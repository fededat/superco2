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8"/>
  </p:notesMasterIdLst>
  <p:sldIdLst>
    <p:sldId id="256" r:id="rId2"/>
    <p:sldId id="373" r:id="rId3"/>
    <p:sldId id="366" r:id="rId4"/>
    <p:sldId id="365" r:id="rId5"/>
    <p:sldId id="372" r:id="rId6"/>
    <p:sldId id="37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DEC7C1-F3B5-4439-A997-04211256670D}" v="152" dt="2023-11-29T00:03:39.6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1" autoAdjust="0"/>
    <p:restoredTop sz="94660"/>
  </p:normalViewPr>
  <p:slideViewPr>
    <p:cSldViewPr snapToGrid="0">
      <p:cViewPr>
        <p:scale>
          <a:sx n="75" d="100"/>
          <a:sy n="75" d="100"/>
        </p:scale>
        <p:origin x="1044" y="7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derico  Dattila" userId="3fbddd6b-c98a-4780-9364-b5d8323ec50d" providerId="ADAL" clId="{B1DEC7C1-F3B5-4439-A997-04211256670D}"/>
    <pc:docChg chg="undo custSel addSld modSld sldOrd">
      <pc:chgData name="Federico  Dattila" userId="3fbddd6b-c98a-4780-9364-b5d8323ec50d" providerId="ADAL" clId="{B1DEC7C1-F3B5-4439-A997-04211256670D}" dt="2023-11-29T00:11:21.570" v="1891" actId="20577"/>
      <pc:docMkLst>
        <pc:docMk/>
      </pc:docMkLst>
      <pc:sldChg chg="addSp delSp modSp mod">
        <pc:chgData name="Federico  Dattila" userId="3fbddd6b-c98a-4780-9364-b5d8323ec50d" providerId="ADAL" clId="{B1DEC7C1-F3B5-4439-A997-04211256670D}" dt="2023-11-29T00:06:22.092" v="1868" actId="20577"/>
        <pc:sldMkLst>
          <pc:docMk/>
          <pc:sldMk cId="0" sldId="256"/>
        </pc:sldMkLst>
        <pc:spChg chg="mod">
          <ac:chgData name="Federico  Dattila" userId="3fbddd6b-c98a-4780-9364-b5d8323ec50d" providerId="ADAL" clId="{B1DEC7C1-F3B5-4439-A997-04211256670D}" dt="2023-11-28T23:26:43.372" v="2" actId="20577"/>
          <ac:spMkLst>
            <pc:docMk/>
            <pc:sldMk cId="0" sldId="256"/>
            <ac:spMk id="7" creationId="{09495CBD-24A4-452D-97B2-D96D38B4BC8A}"/>
          </ac:spMkLst>
        </pc:spChg>
        <pc:spChg chg="mod">
          <ac:chgData name="Federico  Dattila" userId="3fbddd6b-c98a-4780-9364-b5d8323ec50d" providerId="ADAL" clId="{B1DEC7C1-F3B5-4439-A997-04211256670D}" dt="2023-11-29T00:06:22.092" v="1868" actId="20577"/>
          <ac:spMkLst>
            <pc:docMk/>
            <pc:sldMk cId="0" sldId="256"/>
            <ac:spMk id="9" creationId="{0E91CB7C-6CAE-460B-8B21-F46E73BF512A}"/>
          </ac:spMkLst>
        </pc:spChg>
        <pc:spChg chg="del mod">
          <ac:chgData name="Federico  Dattila" userId="3fbddd6b-c98a-4780-9364-b5d8323ec50d" providerId="ADAL" clId="{B1DEC7C1-F3B5-4439-A997-04211256670D}" dt="2023-11-28T23:27:36.646" v="37" actId="478"/>
          <ac:spMkLst>
            <pc:docMk/>
            <pc:sldMk cId="0" sldId="256"/>
            <ac:spMk id="15" creationId="{F0F9B711-3D18-F05F-84AA-236A571E2CAA}"/>
          </ac:spMkLst>
        </pc:spChg>
        <pc:picChg chg="add mod">
          <ac:chgData name="Federico  Dattila" userId="3fbddd6b-c98a-4780-9364-b5d8323ec50d" providerId="ADAL" clId="{B1DEC7C1-F3B5-4439-A997-04211256670D}" dt="2023-11-28T23:27:53.848" v="53" actId="1038"/>
          <ac:picMkLst>
            <pc:docMk/>
            <pc:sldMk cId="0" sldId="256"/>
            <ac:picMk id="6" creationId="{5A9EBB29-2541-EEB0-5018-08BE0267B466}"/>
          </ac:picMkLst>
        </pc:picChg>
        <pc:picChg chg="del">
          <ac:chgData name="Federico  Dattila" userId="3fbddd6b-c98a-4780-9364-b5d8323ec50d" providerId="ADAL" clId="{B1DEC7C1-F3B5-4439-A997-04211256670D}" dt="2023-11-28T23:27:44.670" v="39" actId="478"/>
          <ac:picMkLst>
            <pc:docMk/>
            <pc:sldMk cId="0" sldId="256"/>
            <ac:picMk id="13" creationId="{F777CB90-DFF1-033B-E16B-010AA6667ED1}"/>
          </ac:picMkLst>
        </pc:picChg>
      </pc:sldChg>
      <pc:sldChg chg="addSp modSp mod">
        <pc:chgData name="Federico  Dattila" userId="3fbddd6b-c98a-4780-9364-b5d8323ec50d" providerId="ADAL" clId="{B1DEC7C1-F3B5-4439-A997-04211256670D}" dt="2023-11-28T23:57:54.541" v="1423" actId="20577"/>
        <pc:sldMkLst>
          <pc:docMk/>
          <pc:sldMk cId="0" sldId="279"/>
        </pc:sldMkLst>
        <pc:spChg chg="add mod">
          <ac:chgData name="Federico  Dattila" userId="3fbddd6b-c98a-4780-9364-b5d8323ec50d" providerId="ADAL" clId="{B1DEC7C1-F3B5-4439-A997-04211256670D}" dt="2023-11-28T23:57:54.541" v="1423" actId="20577"/>
          <ac:spMkLst>
            <pc:docMk/>
            <pc:sldMk cId="0" sldId="279"/>
            <ac:spMk id="5" creationId="{C950CD94-6872-FB95-6A8E-7E5F8FED3660}"/>
          </ac:spMkLst>
        </pc:spChg>
      </pc:sldChg>
      <pc:sldChg chg="addSp modSp mod">
        <pc:chgData name="Federico  Dattila" userId="3fbddd6b-c98a-4780-9364-b5d8323ec50d" providerId="ADAL" clId="{B1DEC7C1-F3B5-4439-A997-04211256670D}" dt="2023-11-28T23:58:19.847" v="1425" actId="20577"/>
        <pc:sldMkLst>
          <pc:docMk/>
          <pc:sldMk cId="0" sldId="299"/>
        </pc:sldMkLst>
        <pc:spChg chg="add mod">
          <ac:chgData name="Federico  Dattila" userId="3fbddd6b-c98a-4780-9364-b5d8323ec50d" providerId="ADAL" clId="{B1DEC7C1-F3B5-4439-A997-04211256670D}" dt="2023-11-28T23:58:19.847" v="1425" actId="20577"/>
          <ac:spMkLst>
            <pc:docMk/>
            <pc:sldMk cId="0" sldId="299"/>
            <ac:spMk id="2" creationId="{59E1F54E-15D8-0BC4-D81C-06A2DDE5D96E}"/>
          </ac:spMkLst>
        </pc:spChg>
      </pc:sldChg>
      <pc:sldChg chg="modSp add mod setBg">
        <pc:chgData name="Federico  Dattila" userId="3fbddd6b-c98a-4780-9364-b5d8323ec50d" providerId="ADAL" clId="{B1DEC7C1-F3B5-4439-A997-04211256670D}" dt="2023-11-28T23:49:28.055" v="1291" actId="1036"/>
        <pc:sldMkLst>
          <pc:docMk/>
          <pc:sldMk cId="1094622440" sldId="302"/>
        </pc:sldMkLst>
        <pc:spChg chg="mod">
          <ac:chgData name="Federico  Dattila" userId="3fbddd6b-c98a-4780-9364-b5d8323ec50d" providerId="ADAL" clId="{B1DEC7C1-F3B5-4439-A997-04211256670D}" dt="2023-11-28T23:49:28.055" v="1291" actId="1036"/>
          <ac:spMkLst>
            <pc:docMk/>
            <pc:sldMk cId="1094622440" sldId="302"/>
            <ac:spMk id="123" creationId="{00000000-0000-0000-0000-000000000000}"/>
          </ac:spMkLst>
        </pc:spChg>
        <pc:spChg chg="mod">
          <ac:chgData name="Federico  Dattila" userId="3fbddd6b-c98a-4780-9364-b5d8323ec50d" providerId="ADAL" clId="{B1DEC7C1-F3B5-4439-A997-04211256670D}" dt="2023-11-28T23:49:12.304" v="1284" actId="5793"/>
          <ac:spMkLst>
            <pc:docMk/>
            <pc:sldMk cId="1094622440" sldId="302"/>
            <ac:spMk id="124" creationId="{00000000-0000-0000-0000-000000000000}"/>
          </ac:spMkLst>
        </pc:spChg>
      </pc:sldChg>
      <pc:sldChg chg="modSp add mod">
        <pc:chgData name="Federico  Dattila" userId="3fbddd6b-c98a-4780-9364-b5d8323ec50d" providerId="ADAL" clId="{B1DEC7C1-F3B5-4439-A997-04211256670D}" dt="2023-11-28T23:45:44.578" v="1118" actId="255"/>
        <pc:sldMkLst>
          <pc:docMk/>
          <pc:sldMk cId="1844760682" sldId="303"/>
        </pc:sldMkLst>
        <pc:spChg chg="mod">
          <ac:chgData name="Federico  Dattila" userId="3fbddd6b-c98a-4780-9364-b5d8323ec50d" providerId="ADAL" clId="{B1DEC7C1-F3B5-4439-A997-04211256670D}" dt="2023-11-28T23:45:44.578" v="1118" actId="255"/>
          <ac:spMkLst>
            <pc:docMk/>
            <pc:sldMk cId="1844760682" sldId="303"/>
            <ac:spMk id="8" creationId="{D5773A0C-24C6-4AF3-9C91-C64DD001EBDA}"/>
          </ac:spMkLst>
        </pc:spChg>
        <pc:spChg chg="mod">
          <ac:chgData name="Federico  Dattila" userId="3fbddd6b-c98a-4780-9364-b5d8323ec50d" providerId="ADAL" clId="{B1DEC7C1-F3B5-4439-A997-04211256670D}" dt="2023-11-28T23:45:28.085" v="1113" actId="255"/>
          <ac:spMkLst>
            <pc:docMk/>
            <pc:sldMk cId="1844760682" sldId="303"/>
            <ac:spMk id="103" creationId="{00000000-0000-0000-0000-000000000000}"/>
          </ac:spMkLst>
        </pc:spChg>
      </pc:sldChg>
      <pc:sldChg chg="modSp add mod modAnim">
        <pc:chgData name="Federico  Dattila" userId="3fbddd6b-c98a-4780-9364-b5d8323ec50d" providerId="ADAL" clId="{B1DEC7C1-F3B5-4439-A997-04211256670D}" dt="2023-11-28T23:46:15.163" v="1124"/>
        <pc:sldMkLst>
          <pc:docMk/>
          <pc:sldMk cId="1289898536" sldId="305"/>
        </pc:sldMkLst>
        <pc:spChg chg="mod">
          <ac:chgData name="Federico  Dattila" userId="3fbddd6b-c98a-4780-9364-b5d8323ec50d" providerId="ADAL" clId="{B1DEC7C1-F3B5-4439-A997-04211256670D}" dt="2023-11-28T23:46:01.475" v="1122" actId="255"/>
          <ac:spMkLst>
            <pc:docMk/>
            <pc:sldMk cId="1289898536" sldId="305"/>
            <ac:spMk id="8" creationId="{D5773A0C-24C6-4AF3-9C91-C64DD001EBDA}"/>
          </ac:spMkLst>
        </pc:spChg>
        <pc:spChg chg="mod">
          <ac:chgData name="Federico  Dattila" userId="3fbddd6b-c98a-4780-9364-b5d8323ec50d" providerId="ADAL" clId="{B1DEC7C1-F3B5-4439-A997-04211256670D}" dt="2023-11-28T23:45:54.099" v="1120" actId="255"/>
          <ac:spMkLst>
            <pc:docMk/>
            <pc:sldMk cId="1289898536" sldId="305"/>
            <ac:spMk id="103" creationId="{00000000-0000-0000-0000-000000000000}"/>
          </ac:spMkLst>
        </pc:spChg>
      </pc:sldChg>
      <pc:sldChg chg="addSp delSp modSp add mod">
        <pc:chgData name="Federico  Dattila" userId="3fbddd6b-c98a-4780-9364-b5d8323ec50d" providerId="ADAL" clId="{B1DEC7C1-F3B5-4439-A997-04211256670D}" dt="2023-11-28T23:47:03.575" v="1198" actId="2711"/>
        <pc:sldMkLst>
          <pc:docMk/>
          <pc:sldMk cId="999233334" sldId="309"/>
        </pc:sldMkLst>
        <pc:spChg chg="add mod">
          <ac:chgData name="Federico  Dattila" userId="3fbddd6b-c98a-4780-9364-b5d8323ec50d" providerId="ADAL" clId="{B1DEC7C1-F3B5-4439-A997-04211256670D}" dt="2023-11-28T23:46:39.924" v="1142" actId="20577"/>
          <ac:spMkLst>
            <pc:docMk/>
            <pc:sldMk cId="999233334" sldId="309"/>
            <ac:spMk id="2" creationId="{C333A8A2-D557-8624-E3DC-9B16BACBC00A}"/>
          </ac:spMkLst>
        </pc:spChg>
        <pc:spChg chg="mod">
          <ac:chgData name="Federico  Dattila" userId="3fbddd6b-c98a-4780-9364-b5d8323ec50d" providerId="ADAL" clId="{B1DEC7C1-F3B5-4439-A997-04211256670D}" dt="2023-11-28T23:47:03.575" v="1198" actId="2711"/>
          <ac:spMkLst>
            <pc:docMk/>
            <pc:sldMk cId="999233334" sldId="309"/>
            <ac:spMk id="6" creationId="{CFF71B04-5407-4D84-8C25-27F85F690C3E}"/>
          </ac:spMkLst>
        </pc:spChg>
        <pc:spChg chg="del mod">
          <ac:chgData name="Federico  Dattila" userId="3fbddd6b-c98a-4780-9364-b5d8323ec50d" providerId="ADAL" clId="{B1DEC7C1-F3B5-4439-A997-04211256670D}" dt="2023-11-28T23:46:23.745" v="1125" actId="478"/>
          <ac:spMkLst>
            <pc:docMk/>
            <pc:sldMk cId="999233334" sldId="309"/>
            <ac:spMk id="103" creationId="{00000000-0000-0000-0000-000000000000}"/>
          </ac:spMkLst>
        </pc:spChg>
      </pc:sldChg>
      <pc:sldChg chg="addSp delSp modSp add mod ord setBg delAnim modAnim">
        <pc:chgData name="Federico  Dattila" userId="3fbddd6b-c98a-4780-9364-b5d8323ec50d" providerId="ADAL" clId="{B1DEC7C1-F3B5-4439-A997-04211256670D}" dt="2023-11-28T23:57:16.544" v="1420"/>
        <pc:sldMkLst>
          <pc:docMk/>
          <pc:sldMk cId="169951774" sldId="322"/>
        </pc:sldMkLst>
        <pc:spChg chg="add mod">
          <ac:chgData name="Federico  Dattila" userId="3fbddd6b-c98a-4780-9364-b5d8323ec50d" providerId="ADAL" clId="{B1DEC7C1-F3B5-4439-A997-04211256670D}" dt="2023-11-28T23:43:41.290" v="1085" actId="2711"/>
          <ac:spMkLst>
            <pc:docMk/>
            <pc:sldMk cId="169951774" sldId="322"/>
            <ac:spMk id="2" creationId="{5DDD212B-406D-84C1-3FC7-E003A99B698C}"/>
          </ac:spMkLst>
        </pc:spChg>
        <pc:spChg chg="mod">
          <ac:chgData name="Federico  Dattila" userId="3fbddd6b-c98a-4780-9364-b5d8323ec50d" providerId="ADAL" clId="{B1DEC7C1-F3B5-4439-A997-04211256670D}" dt="2023-11-28T23:44:20.552" v="1089" actId="255"/>
          <ac:spMkLst>
            <pc:docMk/>
            <pc:sldMk cId="169951774" sldId="322"/>
            <ac:spMk id="6" creationId="{FC77390B-0A39-4B9C-A41A-0B7DFBD71BE8}"/>
          </ac:spMkLst>
        </pc:spChg>
        <pc:spChg chg="mod">
          <ac:chgData name="Federico  Dattila" userId="3fbddd6b-c98a-4780-9364-b5d8323ec50d" providerId="ADAL" clId="{B1DEC7C1-F3B5-4439-A997-04211256670D}" dt="2023-11-28T23:44:25.011" v="1090" actId="1076"/>
          <ac:spMkLst>
            <pc:docMk/>
            <pc:sldMk cId="169951774" sldId="322"/>
            <ac:spMk id="7" creationId="{EB7A65D7-9DE0-4670-9891-F26A24EDD360}"/>
          </ac:spMkLst>
        </pc:spChg>
        <pc:spChg chg="mod">
          <ac:chgData name="Federico  Dattila" userId="3fbddd6b-c98a-4780-9364-b5d8323ec50d" providerId="ADAL" clId="{B1DEC7C1-F3B5-4439-A997-04211256670D}" dt="2023-11-28T23:44:27.724" v="1091" actId="1076"/>
          <ac:spMkLst>
            <pc:docMk/>
            <pc:sldMk cId="169951774" sldId="322"/>
            <ac:spMk id="8" creationId="{AAB6F7FC-2A6C-4B8C-B6AB-16155E3362D6}"/>
          </ac:spMkLst>
        </pc:spChg>
        <pc:spChg chg="mod">
          <ac:chgData name="Federico  Dattila" userId="3fbddd6b-c98a-4780-9364-b5d8323ec50d" providerId="ADAL" clId="{B1DEC7C1-F3B5-4439-A997-04211256670D}" dt="2023-11-28T23:44:31.043" v="1092" actId="1076"/>
          <ac:spMkLst>
            <pc:docMk/>
            <pc:sldMk cId="169951774" sldId="322"/>
            <ac:spMk id="9" creationId="{46C1BC34-DA10-44DC-9A7A-847146319010}"/>
          </ac:spMkLst>
        </pc:spChg>
        <pc:spChg chg="mod">
          <ac:chgData name="Federico  Dattila" userId="3fbddd6b-c98a-4780-9364-b5d8323ec50d" providerId="ADAL" clId="{B1DEC7C1-F3B5-4439-A997-04211256670D}" dt="2023-11-28T23:44:39.885" v="1095" actId="1076"/>
          <ac:spMkLst>
            <pc:docMk/>
            <pc:sldMk cId="169951774" sldId="322"/>
            <ac:spMk id="10" creationId="{174CF661-F817-47EF-A1EA-3227755C5AB3}"/>
          </ac:spMkLst>
        </pc:spChg>
        <pc:spChg chg="mod">
          <ac:chgData name="Federico  Dattila" userId="3fbddd6b-c98a-4780-9364-b5d8323ec50d" providerId="ADAL" clId="{B1DEC7C1-F3B5-4439-A997-04211256670D}" dt="2023-11-28T23:44:14.378" v="1088" actId="255"/>
          <ac:spMkLst>
            <pc:docMk/>
            <pc:sldMk cId="169951774" sldId="322"/>
            <ac:spMk id="17" creationId="{AEB37FB9-8EAD-46E0-B0C4-505E489D1D56}"/>
          </ac:spMkLst>
        </pc:spChg>
        <pc:picChg chg="add mod">
          <ac:chgData name="Federico  Dattila" userId="3fbddd6b-c98a-4780-9364-b5d8323ec50d" providerId="ADAL" clId="{B1DEC7C1-F3B5-4439-A997-04211256670D}" dt="2023-11-28T23:44:44.786" v="1104" actId="1036"/>
          <ac:picMkLst>
            <pc:docMk/>
            <pc:sldMk cId="169951774" sldId="322"/>
            <ac:picMk id="3" creationId="{028F1FFF-B680-008C-C68D-CE3D84DC7B36}"/>
          </ac:picMkLst>
        </pc:picChg>
        <pc:picChg chg="add del mod">
          <ac:chgData name="Federico  Dattila" userId="3fbddd6b-c98a-4780-9364-b5d8323ec50d" providerId="ADAL" clId="{B1DEC7C1-F3B5-4439-A997-04211256670D}" dt="2023-11-28T23:38:18.604" v="720" actId="478"/>
          <ac:picMkLst>
            <pc:docMk/>
            <pc:sldMk cId="169951774" sldId="322"/>
            <ac:picMk id="4" creationId="{2AE30439-38FD-B633-FBA4-0DE9FBDD154D}"/>
          </ac:picMkLst>
        </pc:picChg>
        <pc:picChg chg="add mod">
          <ac:chgData name="Federico  Dattila" userId="3fbddd6b-c98a-4780-9364-b5d8323ec50d" providerId="ADAL" clId="{B1DEC7C1-F3B5-4439-A997-04211256670D}" dt="2023-11-28T23:38:16.484" v="719" actId="1076"/>
          <ac:picMkLst>
            <pc:docMk/>
            <pc:sldMk cId="169951774" sldId="322"/>
            <ac:picMk id="5" creationId="{A75DE19E-BFD8-4967-9EF4-837BE923DE97}"/>
          </ac:picMkLst>
        </pc:picChg>
        <pc:picChg chg="del">
          <ac:chgData name="Federico  Dattila" userId="3fbddd6b-c98a-4780-9364-b5d8323ec50d" providerId="ADAL" clId="{B1DEC7C1-F3B5-4439-A997-04211256670D}" dt="2023-11-28T23:37:58.057" v="717" actId="478"/>
          <ac:picMkLst>
            <pc:docMk/>
            <pc:sldMk cId="169951774" sldId="322"/>
            <ac:picMk id="11" creationId="{2D04E01B-C3D0-4B90-9F96-669DBCAF14DA}"/>
          </ac:picMkLst>
        </pc:picChg>
        <pc:picChg chg="add mod">
          <ac:chgData name="Federico  Dattila" userId="3fbddd6b-c98a-4780-9364-b5d8323ec50d" providerId="ADAL" clId="{B1DEC7C1-F3B5-4439-A997-04211256670D}" dt="2023-11-28T23:38:29.400" v="725" actId="1037"/>
          <ac:picMkLst>
            <pc:docMk/>
            <pc:sldMk cId="169951774" sldId="322"/>
            <ac:picMk id="12" creationId="{B0A6A536-E330-CCDA-65F1-2925CD698EE5}"/>
          </ac:picMkLst>
        </pc:picChg>
        <pc:picChg chg="del">
          <ac:chgData name="Federico  Dattila" userId="3fbddd6b-c98a-4780-9364-b5d8323ec50d" providerId="ADAL" clId="{B1DEC7C1-F3B5-4439-A997-04211256670D}" dt="2023-11-28T23:37:58.057" v="717" actId="478"/>
          <ac:picMkLst>
            <pc:docMk/>
            <pc:sldMk cId="169951774" sldId="322"/>
            <ac:picMk id="13" creationId="{CD5A9FA0-8A97-447F-8E42-8C108D81AE0E}"/>
          </ac:picMkLst>
        </pc:picChg>
        <pc:picChg chg="del">
          <ac:chgData name="Federico  Dattila" userId="3fbddd6b-c98a-4780-9364-b5d8323ec50d" providerId="ADAL" clId="{B1DEC7C1-F3B5-4439-A997-04211256670D}" dt="2023-11-28T23:37:58.057" v="717" actId="478"/>
          <ac:picMkLst>
            <pc:docMk/>
            <pc:sldMk cId="169951774" sldId="322"/>
            <ac:picMk id="14" creationId="{CAE03B72-7C3D-4662-9BC0-1A151AA46799}"/>
          </ac:picMkLst>
        </pc:picChg>
        <pc:picChg chg="del">
          <ac:chgData name="Federico  Dattila" userId="3fbddd6b-c98a-4780-9364-b5d8323ec50d" providerId="ADAL" clId="{B1DEC7C1-F3B5-4439-A997-04211256670D}" dt="2023-11-28T23:37:58.057" v="717" actId="478"/>
          <ac:picMkLst>
            <pc:docMk/>
            <pc:sldMk cId="169951774" sldId="322"/>
            <ac:picMk id="15" creationId="{B564E72E-BEA8-4027-A0C4-C86D14629D87}"/>
          </ac:picMkLst>
        </pc:picChg>
        <pc:picChg chg="add mod">
          <ac:chgData name="Federico  Dattila" userId="3fbddd6b-c98a-4780-9364-b5d8323ec50d" providerId="ADAL" clId="{B1DEC7C1-F3B5-4439-A997-04211256670D}" dt="2023-11-28T23:44:32.858" v="1093" actId="1076"/>
          <ac:picMkLst>
            <pc:docMk/>
            <pc:sldMk cId="169951774" sldId="322"/>
            <ac:picMk id="16" creationId="{83C784F2-14EB-401D-CE6C-8CE86B2AFE0D}"/>
          </ac:picMkLst>
        </pc:picChg>
      </pc:sldChg>
      <pc:sldChg chg="modSp add mod setBg">
        <pc:chgData name="Federico  Dattila" userId="3fbddd6b-c98a-4780-9364-b5d8323ec50d" providerId="ADAL" clId="{B1DEC7C1-F3B5-4439-A997-04211256670D}" dt="2023-11-28T23:45:20.931" v="1111" actId="255"/>
        <pc:sldMkLst>
          <pc:docMk/>
          <pc:sldMk cId="0" sldId="361"/>
        </pc:sldMkLst>
        <pc:spChg chg="mod">
          <ac:chgData name="Federico  Dattila" userId="3fbddd6b-c98a-4780-9364-b5d8323ec50d" providerId="ADAL" clId="{B1DEC7C1-F3B5-4439-A997-04211256670D}" dt="2023-11-28T23:45:20.931" v="1111" actId="255"/>
          <ac:spMkLst>
            <pc:docMk/>
            <pc:sldMk cId="0" sldId="361"/>
            <ac:spMk id="8" creationId="{D5773A0C-24C6-4AF3-9C91-C64DD001EBDA}"/>
          </ac:spMkLst>
        </pc:spChg>
        <pc:spChg chg="mod">
          <ac:chgData name="Federico  Dattila" userId="3fbddd6b-c98a-4780-9364-b5d8323ec50d" providerId="ADAL" clId="{B1DEC7C1-F3B5-4439-A997-04211256670D}" dt="2023-11-28T23:45:17.233" v="1110" actId="255"/>
          <ac:spMkLst>
            <pc:docMk/>
            <pc:sldMk cId="0" sldId="361"/>
            <ac:spMk id="103" creationId="{00000000-0000-0000-0000-000000000000}"/>
          </ac:spMkLst>
        </pc:spChg>
      </pc:sldChg>
      <pc:sldChg chg="addSp modSp mod modAnim">
        <pc:chgData name="Federico  Dattila" userId="3fbddd6b-c98a-4780-9364-b5d8323ec50d" providerId="ADAL" clId="{B1DEC7C1-F3B5-4439-A997-04211256670D}" dt="2023-11-28T23:48:30.998" v="1254"/>
        <pc:sldMkLst>
          <pc:docMk/>
          <pc:sldMk cId="3491877896" sldId="363"/>
        </pc:sldMkLst>
        <pc:spChg chg="add mod">
          <ac:chgData name="Federico  Dattila" userId="3fbddd6b-c98a-4780-9364-b5d8323ec50d" providerId="ADAL" clId="{B1DEC7C1-F3B5-4439-A997-04211256670D}" dt="2023-11-28T23:48:26.340" v="1253" actId="20577"/>
          <ac:spMkLst>
            <pc:docMk/>
            <pc:sldMk cId="3491877896" sldId="363"/>
            <ac:spMk id="2" creationId="{A2951918-A7CC-360D-A05D-99EFDFE002D6}"/>
          </ac:spMkLst>
        </pc:spChg>
      </pc:sldChg>
      <pc:sldChg chg="addSp modSp mod">
        <pc:chgData name="Federico  Dattila" userId="3fbddd6b-c98a-4780-9364-b5d8323ec50d" providerId="ADAL" clId="{B1DEC7C1-F3B5-4439-A997-04211256670D}" dt="2023-11-28T23:50:24.407" v="1300" actId="1036"/>
        <pc:sldMkLst>
          <pc:docMk/>
          <pc:sldMk cId="1678568122" sldId="364"/>
        </pc:sldMkLst>
        <pc:picChg chg="add mod">
          <ac:chgData name="Federico  Dattila" userId="3fbddd6b-c98a-4780-9364-b5d8323ec50d" providerId="ADAL" clId="{B1DEC7C1-F3B5-4439-A997-04211256670D}" dt="2023-11-28T23:50:24.407" v="1300" actId="1036"/>
          <ac:picMkLst>
            <pc:docMk/>
            <pc:sldMk cId="1678568122" sldId="364"/>
            <ac:picMk id="2" creationId="{076CD40E-4599-E1A2-B138-5F6CD0807E1C}"/>
          </ac:picMkLst>
        </pc:picChg>
      </pc:sldChg>
      <pc:sldChg chg="modSp mod">
        <pc:chgData name="Federico  Dattila" userId="3fbddd6b-c98a-4780-9364-b5d8323ec50d" providerId="ADAL" clId="{B1DEC7C1-F3B5-4439-A997-04211256670D}" dt="2023-11-29T00:11:21.570" v="1891" actId="20577"/>
        <pc:sldMkLst>
          <pc:docMk/>
          <pc:sldMk cId="3975943769" sldId="366"/>
        </pc:sldMkLst>
        <pc:spChg chg="mod">
          <ac:chgData name="Federico  Dattila" userId="3fbddd6b-c98a-4780-9364-b5d8323ec50d" providerId="ADAL" clId="{B1DEC7C1-F3B5-4439-A997-04211256670D}" dt="2023-11-29T00:11:21.570" v="1891" actId="20577"/>
          <ac:spMkLst>
            <pc:docMk/>
            <pc:sldMk cId="3975943769" sldId="366"/>
            <ac:spMk id="15" creationId="{F0F9B711-3D18-F05F-84AA-236A571E2CAA}"/>
          </ac:spMkLst>
        </pc:spChg>
      </pc:sldChg>
      <pc:sldChg chg="modSp mod">
        <pc:chgData name="Federico  Dattila" userId="3fbddd6b-c98a-4780-9364-b5d8323ec50d" providerId="ADAL" clId="{B1DEC7C1-F3B5-4439-A997-04211256670D}" dt="2023-11-28T23:54:14.983" v="1368" actId="20577"/>
        <pc:sldMkLst>
          <pc:docMk/>
          <pc:sldMk cId="1908972765" sldId="367"/>
        </pc:sldMkLst>
        <pc:spChg chg="mod">
          <ac:chgData name="Federico  Dattila" userId="3fbddd6b-c98a-4780-9364-b5d8323ec50d" providerId="ADAL" clId="{B1DEC7C1-F3B5-4439-A997-04211256670D}" dt="2023-11-28T23:54:14.983" v="1368" actId="20577"/>
          <ac:spMkLst>
            <pc:docMk/>
            <pc:sldMk cId="1908972765" sldId="367"/>
            <ac:spMk id="14" creationId="{8652BF97-302F-BD33-D092-00C827BF2E07}"/>
          </ac:spMkLst>
        </pc:spChg>
      </pc:sldChg>
      <pc:sldChg chg="addSp delSp modSp new mod setBg">
        <pc:chgData name="Federico  Dattila" userId="3fbddd6b-c98a-4780-9364-b5d8323ec50d" providerId="ADAL" clId="{B1DEC7C1-F3B5-4439-A997-04211256670D}" dt="2023-11-29T00:06:33.649" v="1869" actId="6549"/>
        <pc:sldMkLst>
          <pc:docMk/>
          <pc:sldMk cId="3731632374" sldId="368"/>
        </pc:sldMkLst>
        <pc:spChg chg="del">
          <ac:chgData name="Federico  Dattila" userId="3fbddd6b-c98a-4780-9364-b5d8323ec50d" providerId="ADAL" clId="{B1DEC7C1-F3B5-4439-A997-04211256670D}" dt="2023-11-28T23:30:51.227" v="93" actId="478"/>
          <ac:spMkLst>
            <pc:docMk/>
            <pc:sldMk cId="3731632374" sldId="368"/>
            <ac:spMk id="2" creationId="{22DFC74F-C423-BC9E-CED1-8AADB37B8A04}"/>
          </ac:spMkLst>
        </pc:spChg>
        <pc:spChg chg="del">
          <ac:chgData name="Federico  Dattila" userId="3fbddd6b-c98a-4780-9364-b5d8323ec50d" providerId="ADAL" clId="{B1DEC7C1-F3B5-4439-A997-04211256670D}" dt="2023-11-28T23:30:52.509" v="94" actId="478"/>
          <ac:spMkLst>
            <pc:docMk/>
            <pc:sldMk cId="3731632374" sldId="368"/>
            <ac:spMk id="3" creationId="{7FDB4D06-9055-B96C-2B8C-F5807342511E}"/>
          </ac:spMkLst>
        </pc:spChg>
        <pc:spChg chg="add mod">
          <ac:chgData name="Federico  Dattila" userId="3fbddd6b-c98a-4780-9364-b5d8323ec50d" providerId="ADAL" clId="{B1DEC7C1-F3B5-4439-A997-04211256670D}" dt="2023-11-28T23:55:56.956" v="1414" actId="20577"/>
          <ac:spMkLst>
            <pc:docMk/>
            <pc:sldMk cId="3731632374" sldId="368"/>
            <ac:spMk id="4" creationId="{601C0699-0117-19A9-00D3-BB53568D8090}"/>
          </ac:spMkLst>
        </pc:spChg>
        <pc:spChg chg="add mod">
          <ac:chgData name="Federico  Dattila" userId="3fbddd6b-c98a-4780-9364-b5d8323ec50d" providerId="ADAL" clId="{B1DEC7C1-F3B5-4439-A997-04211256670D}" dt="2023-11-29T00:06:33.649" v="1869" actId="6549"/>
          <ac:spMkLst>
            <pc:docMk/>
            <pc:sldMk cId="3731632374" sldId="368"/>
            <ac:spMk id="5" creationId="{E6F78F90-79BE-DC5E-8E9E-76D0A2299A95}"/>
          </ac:spMkLst>
        </pc:spChg>
      </pc:sldChg>
      <pc:sldChg chg="addSp delSp modSp add mod setBg modAnim">
        <pc:chgData name="Federico  Dattila" userId="3fbddd6b-c98a-4780-9364-b5d8323ec50d" providerId="ADAL" clId="{B1DEC7C1-F3B5-4439-A997-04211256670D}" dt="2023-11-28T23:56:36.204" v="1419" actId="20577"/>
        <pc:sldMkLst>
          <pc:docMk/>
          <pc:sldMk cId="3913350342" sldId="369"/>
        </pc:sldMkLst>
        <pc:spChg chg="del">
          <ac:chgData name="Federico  Dattila" userId="3fbddd6b-c98a-4780-9364-b5d8323ec50d" providerId="ADAL" clId="{B1DEC7C1-F3B5-4439-A997-04211256670D}" dt="2023-11-28T23:33:42.503" v="483" actId="478"/>
          <ac:spMkLst>
            <pc:docMk/>
            <pc:sldMk cId="3913350342" sldId="369"/>
            <ac:spMk id="4" creationId="{601C0699-0117-19A9-00D3-BB53568D8090}"/>
          </ac:spMkLst>
        </pc:spChg>
        <pc:spChg chg="del">
          <ac:chgData name="Federico  Dattila" userId="3fbddd6b-c98a-4780-9364-b5d8323ec50d" providerId="ADAL" clId="{B1DEC7C1-F3B5-4439-A997-04211256670D}" dt="2023-11-28T23:33:42.503" v="483" actId="478"/>
          <ac:spMkLst>
            <pc:docMk/>
            <pc:sldMk cId="3913350342" sldId="369"/>
            <ac:spMk id="5" creationId="{E6F78F90-79BE-DC5E-8E9E-76D0A2299A95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9" creationId="{B30CAC51-9EDA-3EA0-701F-0BF390E20868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10" creationId="{39815D49-D248-E015-52C3-A94DBADFD2BE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11" creationId="{F5314883-5BD2-0E4C-21F1-D3D5C8722B5E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12" creationId="{BB52A679-6023-A536-4722-D8F5E1BA43C1}"/>
          </ac:spMkLst>
        </pc:spChg>
        <pc:spChg chg="add mod">
          <ac:chgData name="Federico  Dattila" userId="3fbddd6b-c98a-4780-9364-b5d8323ec50d" providerId="ADAL" clId="{B1DEC7C1-F3B5-4439-A997-04211256670D}" dt="2023-11-28T23:56:36.204" v="1419" actId="20577"/>
          <ac:spMkLst>
            <pc:docMk/>
            <pc:sldMk cId="3913350342" sldId="369"/>
            <ac:spMk id="13" creationId="{22CED037-81D7-99CA-CAFA-16852DE0D555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14" creationId="{874C9E29-3DE1-0FF7-ACF6-52C3185974E9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15" creationId="{811FBFD4-5B6D-D74E-D7B6-A5FD32799421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16" creationId="{3014EC14-6837-2AB8-6151-52190A7AC60B}"/>
          </ac:spMkLst>
        </pc:spChg>
        <pc:spChg chg="add mod">
          <ac:chgData name="Federico  Dattila" userId="3fbddd6b-c98a-4780-9364-b5d8323ec50d" providerId="ADAL" clId="{B1DEC7C1-F3B5-4439-A997-04211256670D}" dt="2023-11-28T23:43:19.096" v="1084" actId="2711"/>
          <ac:spMkLst>
            <pc:docMk/>
            <pc:sldMk cId="3913350342" sldId="369"/>
            <ac:spMk id="17" creationId="{BD8C1E89-6E22-CC3C-CBBE-BDD0CA73FC59}"/>
          </ac:spMkLst>
        </pc:spChg>
        <pc:spChg chg="add mod">
          <ac:chgData name="Federico  Dattila" userId="3fbddd6b-c98a-4780-9364-b5d8323ec50d" providerId="ADAL" clId="{B1DEC7C1-F3B5-4439-A997-04211256670D}" dt="2023-11-28T23:47:46.524" v="1225" actId="1038"/>
          <ac:spMkLst>
            <pc:docMk/>
            <pc:sldMk cId="3913350342" sldId="369"/>
            <ac:spMk id="18" creationId="{9750B0FA-9F2F-6398-5F51-3E5904DB166E}"/>
          </ac:spMkLst>
        </pc:spChg>
        <pc:spChg chg="add mod">
          <ac:chgData name="Federico  Dattila" userId="3fbddd6b-c98a-4780-9364-b5d8323ec50d" providerId="ADAL" clId="{B1DEC7C1-F3B5-4439-A997-04211256670D}" dt="2023-11-28T23:47:51.019" v="1249" actId="1038"/>
          <ac:spMkLst>
            <pc:docMk/>
            <pc:sldMk cId="3913350342" sldId="369"/>
            <ac:spMk id="19" creationId="{C59518ED-2884-6AFA-9735-EAB680A8885E}"/>
          </ac:spMkLst>
        </pc:spChg>
        <pc:picChg chg="add mod">
          <ac:chgData name="Federico  Dattila" userId="3fbddd6b-c98a-4780-9364-b5d8323ec50d" providerId="ADAL" clId="{B1DEC7C1-F3B5-4439-A997-04211256670D}" dt="2023-11-28T23:34:47.871" v="502" actId="14100"/>
          <ac:picMkLst>
            <pc:docMk/>
            <pc:sldMk cId="3913350342" sldId="369"/>
            <ac:picMk id="2" creationId="{2912A5A4-4B49-5C55-1F0C-E228DE74D218}"/>
          </ac:picMkLst>
        </pc:picChg>
        <pc:picChg chg="add mod">
          <ac:chgData name="Federico  Dattila" userId="3fbddd6b-c98a-4780-9364-b5d8323ec50d" providerId="ADAL" clId="{B1DEC7C1-F3B5-4439-A997-04211256670D}" dt="2023-11-28T23:34:54.434" v="523" actId="1037"/>
          <ac:picMkLst>
            <pc:docMk/>
            <pc:sldMk cId="3913350342" sldId="369"/>
            <ac:picMk id="3" creationId="{466BD96F-5DC6-6129-494B-3942496ED5B1}"/>
          </ac:picMkLst>
        </pc:picChg>
        <pc:picChg chg="add mod">
          <ac:chgData name="Federico  Dattila" userId="3fbddd6b-c98a-4780-9364-b5d8323ec50d" providerId="ADAL" clId="{B1DEC7C1-F3B5-4439-A997-04211256670D}" dt="2023-11-28T23:37:00.734" v="681" actId="14100"/>
          <ac:picMkLst>
            <pc:docMk/>
            <pc:sldMk cId="3913350342" sldId="369"/>
            <ac:picMk id="6" creationId="{1C596ECA-A020-83F3-3D3F-D40799DFF332}"/>
          </ac:picMkLst>
        </pc:picChg>
        <pc:picChg chg="add mod">
          <ac:chgData name="Federico  Dattila" userId="3fbddd6b-c98a-4780-9364-b5d8323ec50d" providerId="ADAL" clId="{B1DEC7C1-F3B5-4439-A997-04211256670D}" dt="2023-11-28T23:36:56.361" v="679" actId="14100"/>
          <ac:picMkLst>
            <pc:docMk/>
            <pc:sldMk cId="3913350342" sldId="369"/>
            <ac:picMk id="7" creationId="{C96951E8-8182-EF61-7A51-02FF6B0F718B}"/>
          </ac:picMkLst>
        </pc:picChg>
        <pc:picChg chg="add mod">
          <ac:chgData name="Federico  Dattila" userId="3fbddd6b-c98a-4780-9364-b5d8323ec50d" providerId="ADAL" clId="{B1DEC7C1-F3B5-4439-A997-04211256670D}" dt="2023-11-28T23:36:58.269" v="680" actId="14100"/>
          <ac:picMkLst>
            <pc:docMk/>
            <pc:sldMk cId="3913350342" sldId="369"/>
            <ac:picMk id="8" creationId="{B72B1C91-947D-B0F3-4086-1A6FA99FD3C0}"/>
          </ac:picMkLst>
        </pc:picChg>
        <pc:picChg chg="add mod">
          <ac:chgData name="Federico  Dattila" userId="3fbddd6b-c98a-4780-9364-b5d8323ec50d" providerId="ADAL" clId="{B1DEC7C1-F3B5-4439-A997-04211256670D}" dt="2023-11-28T23:34:41.955" v="500" actId="571"/>
          <ac:picMkLst>
            <pc:docMk/>
            <pc:sldMk cId="3913350342" sldId="369"/>
            <ac:picMk id="20" creationId="{1F0868B9-D088-972C-D66F-EEB31AE3D998}"/>
          </ac:picMkLst>
        </pc:picChg>
        <pc:picChg chg="add mod">
          <ac:chgData name="Federico  Dattila" userId="3fbddd6b-c98a-4780-9364-b5d8323ec50d" providerId="ADAL" clId="{B1DEC7C1-F3B5-4439-A997-04211256670D}" dt="2023-11-28T23:34:41.955" v="500" actId="571"/>
          <ac:picMkLst>
            <pc:docMk/>
            <pc:sldMk cId="3913350342" sldId="369"/>
            <ac:picMk id="21" creationId="{71DF2A1E-A9CC-72E6-F046-9BB2BE6C3A4D}"/>
          </ac:picMkLst>
        </pc:picChg>
      </pc:sldChg>
      <pc:sldChg chg="addSp delSp modSp add mod">
        <pc:chgData name="Federico  Dattila" userId="3fbddd6b-c98a-4780-9364-b5d8323ec50d" providerId="ADAL" clId="{B1DEC7C1-F3B5-4439-A997-04211256670D}" dt="2023-11-28T23:53:36.132" v="1365"/>
        <pc:sldMkLst>
          <pc:docMk/>
          <pc:sldMk cId="1384361792" sldId="370"/>
        </pc:sldMkLst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0" creationId="{D5EC3236-1AF1-036D-BDA9-7C4299D10EC9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1" creationId="{D9FED98C-5C73-B2F3-8929-ECED233DA1C7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2" creationId="{147CF1BF-5594-A0D5-D4DD-EE1D6B1F01C1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3" creationId="{ADAB539E-18A2-D39D-175F-94B192F63C4E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4" creationId="{8652BF97-302F-BD33-D092-00C827BF2E07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5" creationId="{0503460B-B7D4-54F9-5398-C1F432375695}"/>
          </ac:spMkLst>
        </pc:spChg>
        <pc:spChg chg="mod">
          <ac:chgData name="Federico  Dattila" userId="3fbddd6b-c98a-4780-9364-b5d8323ec50d" providerId="ADAL" clId="{B1DEC7C1-F3B5-4439-A997-04211256670D}" dt="2023-11-28T23:51:01.335" v="1324" actId="20577"/>
          <ac:spMkLst>
            <pc:docMk/>
            <pc:sldMk cId="1384361792" sldId="370"/>
            <ac:spMk id="16" creationId="{C3C4B75F-E07B-74CD-675D-AC022CF9901F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7" creationId="{B9FD2EDD-743A-1573-F4B0-663FC1A032FA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8" creationId="{DCEBB8ED-4A62-33AD-CE4F-020D3D1F09CA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19" creationId="{5D02EFE2-D94D-57A1-2D58-FBE61AC771DB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20" creationId="{99BC8C31-F5A9-D15F-D6B3-A1794837BA84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21" creationId="{ECB99356-2394-CF31-9FA1-8E54F397F096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22" creationId="{2B18EA2B-1B43-ABCB-F038-F8A8A54C344E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23" creationId="{DFA65DC4-60A1-A2DF-A958-3CBFFA96C274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24" creationId="{B8B0096C-1B3D-981E-B18F-146BC56DF28F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25" creationId="{236512C3-3403-5BAF-F5D6-7F12248C70D2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26" creationId="{3C23B4B6-8416-74D3-9A45-5447C96F2546}"/>
          </ac:spMkLst>
        </pc:spChg>
        <pc:spChg chg="del">
          <ac:chgData name="Federico  Dattila" userId="3fbddd6b-c98a-4780-9364-b5d8323ec50d" providerId="ADAL" clId="{B1DEC7C1-F3B5-4439-A997-04211256670D}" dt="2023-11-28T23:51:05.188" v="1325" actId="478"/>
          <ac:spMkLst>
            <pc:docMk/>
            <pc:sldMk cId="1384361792" sldId="370"/>
            <ac:spMk id="36" creationId="{7DE7F212-20B5-D3FD-54E6-C0D8D9C5E899}"/>
          </ac:spMkLst>
        </pc:spChg>
        <pc:graphicFrameChg chg="add mod modGraphic">
          <ac:chgData name="Federico  Dattila" userId="3fbddd6b-c98a-4780-9364-b5d8323ec50d" providerId="ADAL" clId="{B1DEC7C1-F3B5-4439-A997-04211256670D}" dt="2023-11-28T23:53:36.132" v="1365"/>
          <ac:graphicFrameMkLst>
            <pc:docMk/>
            <pc:sldMk cId="1384361792" sldId="370"/>
            <ac:graphicFrameMk id="2" creationId="{C5281FFE-F816-92CF-23F2-D59E0CB2469E}"/>
          </ac:graphicFrameMkLst>
        </pc:graphicFrameChg>
        <pc:picChg chg="del">
          <ac:chgData name="Federico  Dattila" userId="3fbddd6b-c98a-4780-9364-b5d8323ec50d" providerId="ADAL" clId="{B1DEC7C1-F3B5-4439-A997-04211256670D}" dt="2023-11-28T23:51:05.188" v="1325" actId="478"/>
          <ac:picMkLst>
            <pc:docMk/>
            <pc:sldMk cId="1384361792" sldId="370"/>
            <ac:picMk id="29" creationId="{178FEC8D-3866-DFFF-78E4-B88B974EEDF2}"/>
          </ac:picMkLst>
        </pc:picChg>
        <pc:picChg chg="del">
          <ac:chgData name="Federico  Dattila" userId="3fbddd6b-c98a-4780-9364-b5d8323ec50d" providerId="ADAL" clId="{B1DEC7C1-F3B5-4439-A997-04211256670D}" dt="2023-11-28T23:51:05.188" v="1325" actId="478"/>
          <ac:picMkLst>
            <pc:docMk/>
            <pc:sldMk cId="1384361792" sldId="370"/>
            <ac:picMk id="30" creationId="{4CD68EE3-A1A9-0D5F-BB24-38C3DCE6D3AD}"/>
          </ac:picMkLst>
        </pc:picChg>
        <pc:picChg chg="del">
          <ac:chgData name="Federico  Dattila" userId="3fbddd6b-c98a-4780-9364-b5d8323ec50d" providerId="ADAL" clId="{B1DEC7C1-F3B5-4439-A997-04211256670D}" dt="2023-11-28T23:51:05.188" v="1325" actId="478"/>
          <ac:picMkLst>
            <pc:docMk/>
            <pc:sldMk cId="1384361792" sldId="370"/>
            <ac:picMk id="32" creationId="{91333314-3C79-F194-E705-86D432061888}"/>
          </ac:picMkLst>
        </pc:picChg>
        <pc:picChg chg="del">
          <ac:chgData name="Federico  Dattila" userId="3fbddd6b-c98a-4780-9364-b5d8323ec50d" providerId="ADAL" clId="{B1DEC7C1-F3B5-4439-A997-04211256670D}" dt="2023-11-28T23:51:05.188" v="1325" actId="478"/>
          <ac:picMkLst>
            <pc:docMk/>
            <pc:sldMk cId="1384361792" sldId="370"/>
            <ac:picMk id="33" creationId="{6F0E31FE-D25D-36C9-7175-3BD9F8C6A225}"/>
          </ac:picMkLst>
        </pc:picChg>
        <pc:picChg chg="del">
          <ac:chgData name="Federico  Dattila" userId="3fbddd6b-c98a-4780-9364-b5d8323ec50d" providerId="ADAL" clId="{B1DEC7C1-F3B5-4439-A997-04211256670D}" dt="2023-11-28T23:51:05.188" v="1325" actId="478"/>
          <ac:picMkLst>
            <pc:docMk/>
            <pc:sldMk cId="1384361792" sldId="370"/>
            <ac:picMk id="34" creationId="{661E04F8-7B21-55BD-F17F-A8F2B4C11994}"/>
          </ac:picMkLst>
        </pc:picChg>
        <pc:picChg chg="del">
          <ac:chgData name="Federico  Dattila" userId="3fbddd6b-c98a-4780-9364-b5d8323ec50d" providerId="ADAL" clId="{B1DEC7C1-F3B5-4439-A997-04211256670D}" dt="2023-11-28T23:51:05.188" v="1325" actId="478"/>
          <ac:picMkLst>
            <pc:docMk/>
            <pc:sldMk cId="1384361792" sldId="370"/>
            <ac:picMk id="35" creationId="{58831A57-68C4-DE96-F9AC-CE2D24C912A9}"/>
          </ac:picMkLst>
        </pc:picChg>
      </pc:sldChg>
      <pc:sldChg chg="addSp delSp modSp add mod">
        <pc:chgData name="Federico  Dattila" userId="3fbddd6b-c98a-4780-9364-b5d8323ec50d" providerId="ADAL" clId="{B1DEC7C1-F3B5-4439-A997-04211256670D}" dt="2023-11-29T00:06:08.499" v="1866" actId="1037"/>
        <pc:sldMkLst>
          <pc:docMk/>
          <pc:sldMk cId="2971824230" sldId="371"/>
        </pc:sldMkLst>
        <pc:spChg chg="add mod">
          <ac:chgData name="Federico  Dattila" userId="3fbddd6b-c98a-4780-9364-b5d8323ec50d" providerId="ADAL" clId="{B1DEC7C1-F3B5-4439-A997-04211256670D}" dt="2023-11-29T00:06:08.499" v="1866" actId="1037"/>
          <ac:spMkLst>
            <pc:docMk/>
            <pc:sldMk cId="2971824230" sldId="371"/>
            <ac:spMk id="4" creationId="{72AA22AB-82FA-F1DB-CCED-6AF403243977}"/>
          </ac:spMkLst>
        </pc:spChg>
        <pc:spChg chg="add mod">
          <ac:chgData name="Federico  Dattila" userId="3fbddd6b-c98a-4780-9364-b5d8323ec50d" providerId="ADAL" clId="{B1DEC7C1-F3B5-4439-A997-04211256670D}" dt="2023-11-29T00:06:08.499" v="1866" actId="1037"/>
          <ac:spMkLst>
            <pc:docMk/>
            <pc:sldMk cId="2971824230" sldId="371"/>
            <ac:spMk id="5" creationId="{0FA94861-4904-F5D0-8806-F81F0211B2D1}"/>
          </ac:spMkLst>
        </pc:spChg>
        <pc:spChg chg="add mod">
          <ac:chgData name="Federico  Dattila" userId="3fbddd6b-c98a-4780-9364-b5d8323ec50d" providerId="ADAL" clId="{B1DEC7C1-F3B5-4439-A997-04211256670D}" dt="2023-11-29T00:06:08.499" v="1866" actId="1037"/>
          <ac:spMkLst>
            <pc:docMk/>
            <pc:sldMk cId="2971824230" sldId="371"/>
            <ac:spMk id="6" creationId="{27466D3C-8B07-EF8B-1535-C6362F8BF8E3}"/>
          </ac:spMkLst>
        </pc:spChg>
        <pc:spChg chg="add mod">
          <ac:chgData name="Federico  Dattila" userId="3fbddd6b-c98a-4780-9364-b5d8323ec50d" providerId="ADAL" clId="{B1DEC7C1-F3B5-4439-A997-04211256670D}" dt="2023-11-29T00:06:08.499" v="1866" actId="1037"/>
          <ac:spMkLst>
            <pc:docMk/>
            <pc:sldMk cId="2971824230" sldId="371"/>
            <ac:spMk id="7" creationId="{95180BA9-3454-574E-4241-B7D27D7608C6}"/>
          </ac:spMkLst>
        </pc:spChg>
        <pc:spChg chg="add mod">
          <ac:chgData name="Federico  Dattila" userId="3fbddd6b-c98a-4780-9364-b5d8323ec50d" providerId="ADAL" clId="{B1DEC7C1-F3B5-4439-A997-04211256670D}" dt="2023-11-29T00:06:08.499" v="1866" actId="1037"/>
          <ac:spMkLst>
            <pc:docMk/>
            <pc:sldMk cId="2971824230" sldId="371"/>
            <ac:spMk id="8" creationId="{EC522CDF-FF91-1630-0CA1-2C3E078982FA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0" creationId="{D5EC3236-1AF1-036D-BDA9-7C4299D10EC9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1" creationId="{D9FED98C-5C73-B2F3-8929-ECED233DA1C7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2" creationId="{147CF1BF-5594-A0D5-D4DD-EE1D6B1F01C1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3" creationId="{ADAB539E-18A2-D39D-175F-94B192F63C4E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4" creationId="{8652BF97-302F-BD33-D092-00C827BF2E07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5" creationId="{0503460B-B7D4-54F9-5398-C1F432375695}"/>
          </ac:spMkLst>
        </pc:spChg>
        <pc:spChg chg="mod">
          <ac:chgData name="Federico  Dattila" userId="3fbddd6b-c98a-4780-9364-b5d8323ec50d" providerId="ADAL" clId="{B1DEC7C1-F3B5-4439-A997-04211256670D}" dt="2023-11-28T23:58:59.527" v="1459" actId="20577"/>
          <ac:spMkLst>
            <pc:docMk/>
            <pc:sldMk cId="2971824230" sldId="371"/>
            <ac:spMk id="16" creationId="{C3C4B75F-E07B-74CD-675D-AC022CF9901F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7" creationId="{B9FD2EDD-743A-1573-F4B0-663FC1A032FA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8" creationId="{DCEBB8ED-4A62-33AD-CE4F-020D3D1F09CA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19" creationId="{5D02EFE2-D94D-57A1-2D58-FBE61AC771DB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20" creationId="{99BC8C31-F5A9-D15F-D6B3-A1794837BA84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21" creationId="{ECB99356-2394-CF31-9FA1-8E54F397F096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22" creationId="{2B18EA2B-1B43-ABCB-F038-F8A8A54C344E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23" creationId="{DFA65DC4-60A1-A2DF-A958-3CBFFA96C274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24" creationId="{B8B0096C-1B3D-981E-B18F-146BC56DF28F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25" creationId="{236512C3-3403-5BAF-F5D6-7F12248C70D2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26" creationId="{3C23B4B6-8416-74D3-9A45-5447C96F2546}"/>
          </ac:spMkLst>
        </pc:spChg>
        <pc:spChg chg="del">
          <ac:chgData name="Federico  Dattila" userId="3fbddd6b-c98a-4780-9364-b5d8323ec50d" providerId="ADAL" clId="{B1DEC7C1-F3B5-4439-A997-04211256670D}" dt="2023-11-28T23:59:02.391" v="1460" actId="478"/>
          <ac:spMkLst>
            <pc:docMk/>
            <pc:sldMk cId="2971824230" sldId="371"/>
            <ac:spMk id="36" creationId="{7DE7F212-20B5-D3FD-54E6-C0D8D9C5E899}"/>
          </ac:spMkLst>
        </pc:spChg>
        <pc:picChg chg="add mod modCrop">
          <ac:chgData name="Federico  Dattila" userId="3fbddd6b-c98a-4780-9364-b5d8323ec50d" providerId="ADAL" clId="{B1DEC7C1-F3B5-4439-A997-04211256670D}" dt="2023-11-29T00:06:08.499" v="1866" actId="1037"/>
          <ac:picMkLst>
            <pc:docMk/>
            <pc:sldMk cId="2971824230" sldId="371"/>
            <ac:picMk id="3" creationId="{600154C6-44D4-7C1A-539C-0D774176D0F3}"/>
          </ac:picMkLst>
        </pc:picChg>
        <pc:picChg chg="add mod">
          <ac:chgData name="Federico  Dattila" userId="3fbddd6b-c98a-4780-9364-b5d8323ec50d" providerId="ADAL" clId="{B1DEC7C1-F3B5-4439-A997-04211256670D}" dt="2023-11-29T00:06:08.499" v="1866" actId="1037"/>
          <ac:picMkLst>
            <pc:docMk/>
            <pc:sldMk cId="2971824230" sldId="371"/>
            <ac:picMk id="27" creationId="{3379E02C-8DA5-F145-9F5A-B72434BEC1BB}"/>
          </ac:picMkLst>
        </pc:picChg>
        <pc:picChg chg="del">
          <ac:chgData name="Federico  Dattila" userId="3fbddd6b-c98a-4780-9364-b5d8323ec50d" providerId="ADAL" clId="{B1DEC7C1-F3B5-4439-A997-04211256670D}" dt="2023-11-28T23:59:02.391" v="1460" actId="478"/>
          <ac:picMkLst>
            <pc:docMk/>
            <pc:sldMk cId="2971824230" sldId="371"/>
            <ac:picMk id="29" creationId="{178FEC8D-3866-DFFF-78E4-B88B974EEDF2}"/>
          </ac:picMkLst>
        </pc:picChg>
        <pc:picChg chg="del">
          <ac:chgData name="Federico  Dattila" userId="3fbddd6b-c98a-4780-9364-b5d8323ec50d" providerId="ADAL" clId="{B1DEC7C1-F3B5-4439-A997-04211256670D}" dt="2023-11-28T23:59:02.391" v="1460" actId="478"/>
          <ac:picMkLst>
            <pc:docMk/>
            <pc:sldMk cId="2971824230" sldId="371"/>
            <ac:picMk id="30" creationId="{4CD68EE3-A1A9-0D5F-BB24-38C3DCE6D3AD}"/>
          </ac:picMkLst>
        </pc:picChg>
        <pc:picChg chg="add mod">
          <ac:chgData name="Federico  Dattila" userId="3fbddd6b-c98a-4780-9364-b5d8323ec50d" providerId="ADAL" clId="{B1DEC7C1-F3B5-4439-A997-04211256670D}" dt="2023-11-29T00:06:08.499" v="1866" actId="1037"/>
          <ac:picMkLst>
            <pc:docMk/>
            <pc:sldMk cId="2971824230" sldId="371"/>
            <ac:picMk id="31" creationId="{960AE324-596F-602E-37FD-3222B76E7484}"/>
          </ac:picMkLst>
        </pc:picChg>
        <pc:picChg chg="del">
          <ac:chgData name="Federico  Dattila" userId="3fbddd6b-c98a-4780-9364-b5d8323ec50d" providerId="ADAL" clId="{B1DEC7C1-F3B5-4439-A997-04211256670D}" dt="2023-11-28T23:59:02.391" v="1460" actId="478"/>
          <ac:picMkLst>
            <pc:docMk/>
            <pc:sldMk cId="2971824230" sldId="371"/>
            <ac:picMk id="32" creationId="{91333314-3C79-F194-E705-86D432061888}"/>
          </ac:picMkLst>
        </pc:picChg>
        <pc:picChg chg="del">
          <ac:chgData name="Federico  Dattila" userId="3fbddd6b-c98a-4780-9364-b5d8323ec50d" providerId="ADAL" clId="{B1DEC7C1-F3B5-4439-A997-04211256670D}" dt="2023-11-28T23:59:02.391" v="1460" actId="478"/>
          <ac:picMkLst>
            <pc:docMk/>
            <pc:sldMk cId="2971824230" sldId="371"/>
            <ac:picMk id="33" creationId="{6F0E31FE-D25D-36C9-7175-3BD9F8C6A225}"/>
          </ac:picMkLst>
        </pc:picChg>
        <pc:picChg chg="del">
          <ac:chgData name="Federico  Dattila" userId="3fbddd6b-c98a-4780-9364-b5d8323ec50d" providerId="ADAL" clId="{B1DEC7C1-F3B5-4439-A997-04211256670D}" dt="2023-11-28T23:59:02.391" v="1460" actId="478"/>
          <ac:picMkLst>
            <pc:docMk/>
            <pc:sldMk cId="2971824230" sldId="371"/>
            <ac:picMk id="34" creationId="{661E04F8-7B21-55BD-F17F-A8F2B4C11994}"/>
          </ac:picMkLst>
        </pc:picChg>
        <pc:picChg chg="del">
          <ac:chgData name="Federico  Dattila" userId="3fbddd6b-c98a-4780-9364-b5d8323ec50d" providerId="ADAL" clId="{B1DEC7C1-F3B5-4439-A997-04211256670D}" dt="2023-11-28T23:59:02.391" v="1460" actId="478"/>
          <ac:picMkLst>
            <pc:docMk/>
            <pc:sldMk cId="2971824230" sldId="371"/>
            <ac:picMk id="35" creationId="{58831A57-68C4-DE96-F9AC-CE2D24C912A9}"/>
          </ac:picMkLst>
        </pc:picChg>
      </pc:sldChg>
    </pc:docChg>
  </pc:docChgLst>
  <pc:docChgLst>
    <pc:chgData name="Dattila  Federico" userId="3fbddd6b-c98a-4780-9364-b5d8323ec50d" providerId="ADAL" clId="{18EE679E-41E9-4931-9DD6-7F62B1A6261A}"/>
    <pc:docChg chg="undo custSel addSld delSld modSld sldOrd delMainMaster">
      <pc:chgData name="Dattila  Federico" userId="3fbddd6b-c98a-4780-9364-b5d8323ec50d" providerId="ADAL" clId="{18EE679E-41E9-4931-9DD6-7F62B1A6261A}" dt="2022-11-13T11:03:31.728" v="2627"/>
      <pc:docMkLst>
        <pc:docMk/>
      </pc:docMkLst>
      <pc:sldChg chg="addSp delSp modSp mod">
        <pc:chgData name="Dattila  Federico" userId="3fbddd6b-c98a-4780-9364-b5d8323ec50d" providerId="ADAL" clId="{18EE679E-41E9-4931-9DD6-7F62B1A6261A}" dt="2022-11-11T09:38:17.107" v="1500" actId="1037"/>
        <pc:sldMkLst>
          <pc:docMk/>
          <pc:sldMk cId="0" sldId="256"/>
        </pc:sldMkLst>
        <pc:spChg chg="del">
          <ac:chgData name="Dattila  Federico" userId="3fbddd6b-c98a-4780-9364-b5d8323ec50d" providerId="ADAL" clId="{18EE679E-41E9-4931-9DD6-7F62B1A6261A}" dt="2022-11-11T08:56:11.930" v="104" actId="478"/>
          <ac:spMkLst>
            <pc:docMk/>
            <pc:sldMk cId="0" sldId="256"/>
            <ac:spMk id="2" creationId="{128FDFC0-DC80-4C00-9792-C7EF8844E38D}"/>
          </ac:spMkLst>
        </pc:spChg>
        <pc:spChg chg="mod">
          <ac:chgData name="Dattila  Federico" userId="3fbddd6b-c98a-4780-9364-b5d8323ec50d" providerId="ADAL" clId="{18EE679E-41E9-4931-9DD6-7F62B1A6261A}" dt="2022-11-11T09:07:40.508" v="663" actId="1036"/>
          <ac:spMkLst>
            <pc:docMk/>
            <pc:sldMk cId="0" sldId="256"/>
            <ac:spMk id="7" creationId="{09495CBD-24A4-452D-97B2-D96D38B4BC8A}"/>
          </ac:spMkLst>
        </pc:spChg>
        <pc:spChg chg="mod">
          <ac:chgData name="Dattila  Federico" userId="3fbddd6b-c98a-4780-9364-b5d8323ec50d" providerId="ADAL" clId="{18EE679E-41E9-4931-9DD6-7F62B1A6261A}" dt="2022-11-11T09:07:48.003" v="679" actId="1035"/>
          <ac:spMkLst>
            <pc:docMk/>
            <pc:sldMk cId="0" sldId="256"/>
            <ac:spMk id="9" creationId="{0E91CB7C-6CAE-460B-8B21-F46E73BF512A}"/>
          </ac:spMkLst>
        </pc:spChg>
        <pc:spChg chg="mod">
          <ac:chgData name="Dattila  Federico" userId="3fbddd6b-c98a-4780-9364-b5d8323ec50d" providerId="ADAL" clId="{18EE679E-41E9-4931-9DD6-7F62B1A6261A}" dt="2022-11-11T09:07:06.409" v="608" actId="1076"/>
          <ac:spMkLst>
            <pc:docMk/>
            <pc:sldMk cId="0" sldId="256"/>
            <ac:spMk id="11" creationId="{D8C5D695-6B19-4B2A-9BA8-9F08914CFBD8}"/>
          </ac:spMkLst>
        </pc:spChg>
        <pc:spChg chg="add mod">
          <ac:chgData name="Dattila  Federico" userId="3fbddd6b-c98a-4780-9364-b5d8323ec50d" providerId="ADAL" clId="{18EE679E-41E9-4931-9DD6-7F62B1A6261A}" dt="2022-11-11T09:07:48.003" v="679" actId="1035"/>
          <ac:spMkLst>
            <pc:docMk/>
            <pc:sldMk cId="0" sldId="256"/>
            <ac:spMk id="15" creationId="{F0F9B711-3D18-F05F-84AA-236A571E2CAA}"/>
          </ac:spMkLst>
        </pc:spChg>
        <pc:spChg chg="mod">
          <ac:chgData name="Dattila  Federico" userId="3fbddd6b-c98a-4780-9364-b5d8323ec50d" providerId="ADAL" clId="{18EE679E-41E9-4931-9DD6-7F62B1A6261A}" dt="2022-11-11T09:07:29.361" v="617" actId="403"/>
          <ac:spMkLst>
            <pc:docMk/>
            <pc:sldMk cId="0" sldId="256"/>
            <ac:spMk id="86" creationId="{00000000-0000-0000-0000-000000000000}"/>
          </ac:spMkLst>
        </pc:spChg>
        <pc:picChg chg="add mod">
          <ac:chgData name="Dattila  Federico" userId="3fbddd6b-c98a-4780-9364-b5d8323ec50d" providerId="ADAL" clId="{18EE679E-41E9-4931-9DD6-7F62B1A6261A}" dt="2022-11-11T09:01:35.001" v="375" actId="14100"/>
          <ac:picMkLst>
            <pc:docMk/>
            <pc:sldMk cId="0" sldId="256"/>
            <ac:picMk id="3" creationId="{55BF6060-05E4-5B8D-4DA9-23F76D4EC043}"/>
          </ac:picMkLst>
        </pc:picChg>
        <pc:picChg chg="add mod">
          <ac:chgData name="Dattila  Federico" userId="3fbddd6b-c98a-4780-9364-b5d8323ec50d" providerId="ADAL" clId="{18EE679E-41E9-4931-9DD6-7F62B1A6261A}" dt="2022-11-11T09:37:45.154" v="1440" actId="1076"/>
          <ac:picMkLst>
            <pc:docMk/>
            <pc:sldMk cId="0" sldId="256"/>
            <ac:picMk id="4" creationId="{8B713EA7-6212-704E-713E-E42D09B0E04B}"/>
          </ac:picMkLst>
        </pc:picChg>
        <pc:picChg chg="add mod">
          <ac:chgData name="Dattila  Federico" userId="3fbddd6b-c98a-4780-9364-b5d8323ec50d" providerId="ADAL" clId="{18EE679E-41E9-4931-9DD6-7F62B1A6261A}" dt="2022-11-11T09:37:57.875" v="1458" actId="1036"/>
          <ac:picMkLst>
            <pc:docMk/>
            <pc:sldMk cId="0" sldId="256"/>
            <ac:picMk id="5" creationId="{11033C81-6BCD-F82F-816B-907921B59BCC}"/>
          </ac:picMkLst>
        </pc:picChg>
        <pc:picChg chg="add del mod">
          <ac:chgData name="Dattila  Federico" userId="3fbddd6b-c98a-4780-9364-b5d8323ec50d" providerId="ADAL" clId="{18EE679E-41E9-4931-9DD6-7F62B1A6261A}" dt="2022-11-11T09:02:38.534" v="384" actId="478"/>
          <ac:picMkLst>
            <pc:docMk/>
            <pc:sldMk cId="0" sldId="256"/>
            <ac:picMk id="8" creationId="{1E5E1CB0-9BDD-12DC-43BE-2B3E68FA3B62}"/>
          </ac:picMkLst>
        </pc:picChg>
        <pc:picChg chg="del">
          <ac:chgData name="Dattila  Federico" userId="3fbddd6b-c98a-4780-9364-b5d8323ec50d" providerId="ADAL" clId="{18EE679E-41E9-4931-9DD6-7F62B1A6261A}" dt="2022-11-11T08:55:19.836" v="4" actId="478"/>
          <ac:picMkLst>
            <pc:docMk/>
            <pc:sldMk cId="0" sldId="256"/>
            <ac:picMk id="10" creationId="{6C127027-04AE-4671-900C-18D46A810C85}"/>
          </ac:picMkLst>
        </pc:picChg>
        <pc:picChg chg="add mod">
          <ac:chgData name="Dattila  Federico" userId="3fbddd6b-c98a-4780-9364-b5d8323ec50d" providerId="ADAL" clId="{18EE679E-41E9-4931-9DD6-7F62B1A6261A}" dt="2022-11-11T09:38:01.704" v="1473" actId="1037"/>
          <ac:picMkLst>
            <pc:docMk/>
            <pc:sldMk cId="0" sldId="256"/>
            <ac:picMk id="13" creationId="{F777CB90-DFF1-033B-E16B-010AA6667ED1}"/>
          </ac:picMkLst>
        </pc:picChg>
        <pc:picChg chg="add mod modCrop">
          <ac:chgData name="Dattila  Federico" userId="3fbddd6b-c98a-4780-9364-b5d8323ec50d" providerId="ADAL" clId="{18EE679E-41E9-4931-9DD6-7F62B1A6261A}" dt="2022-11-11T09:38:17.107" v="1500" actId="1037"/>
          <ac:picMkLst>
            <pc:docMk/>
            <pc:sldMk cId="0" sldId="256"/>
            <ac:picMk id="16" creationId="{7C402FF9-8E72-8FD8-82FB-54469E465977}"/>
          </ac:picMkLst>
        </pc:picChg>
        <pc:picChg chg="mod">
          <ac:chgData name="Dattila  Federico" userId="3fbddd6b-c98a-4780-9364-b5d8323ec50d" providerId="ADAL" clId="{18EE679E-41E9-4931-9DD6-7F62B1A6261A}" dt="2022-11-11T09:06:49.249" v="604" actId="14100"/>
          <ac:picMkLst>
            <pc:docMk/>
            <pc:sldMk cId="0" sldId="256"/>
            <ac:picMk id="85" creationId="{00000000-0000-0000-0000-000000000000}"/>
          </ac:picMkLst>
        </pc:picChg>
        <pc:picChg chg="mod">
          <ac:chgData name="Dattila  Federico" userId="3fbddd6b-c98a-4780-9364-b5d8323ec50d" providerId="ADAL" clId="{18EE679E-41E9-4931-9DD6-7F62B1A6261A}" dt="2022-11-11T09:07:34.900" v="647" actId="1038"/>
          <ac:picMkLst>
            <pc:docMk/>
            <pc:sldMk cId="0" sldId="256"/>
            <ac:picMk id="1026" creationId="{FD6E59A3-9B78-47CB-8AC2-675990EF3D4D}"/>
          </ac:picMkLst>
        </pc:picChg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1720028454" sldId="257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852472121" sldId="259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149164165" sldId="260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1303151939" sldId="261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719122731" sldId="262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087296146" sldId="263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760065229" sldId="264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1574336124" sldId="265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801364710" sldId="266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770024964" sldId="267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268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038449035" sldId="269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1470283120" sldId="270"/>
        </pc:sldMkLst>
      </pc:sldChg>
      <pc:sldChg chg="addSp delSp modSp mod ord delAnim modAnim">
        <pc:chgData name="Dattila  Federico" userId="3fbddd6b-c98a-4780-9364-b5d8323ec50d" providerId="ADAL" clId="{18EE679E-41E9-4931-9DD6-7F62B1A6261A}" dt="2022-11-11T09:36:58.111" v="1421" actId="1076"/>
        <pc:sldMkLst>
          <pc:docMk/>
          <pc:sldMk cId="0" sldId="279"/>
        </pc:sldMkLst>
        <pc:spChg chg="add mod">
          <ac:chgData name="Dattila  Federico" userId="3fbddd6b-c98a-4780-9364-b5d8323ec50d" providerId="ADAL" clId="{18EE679E-41E9-4931-9DD6-7F62B1A6261A}" dt="2022-11-11T09:27:04.782" v="1224" actId="1038"/>
          <ac:spMkLst>
            <pc:docMk/>
            <pc:sldMk cId="0" sldId="279"/>
            <ac:spMk id="13" creationId="{C122FCE3-6E6E-8241-2F57-8887F9A618B2}"/>
          </ac:spMkLst>
        </pc:spChg>
        <pc:spChg chg="add mod">
          <ac:chgData name="Dattila  Federico" userId="3fbddd6b-c98a-4780-9364-b5d8323ec50d" providerId="ADAL" clId="{18EE679E-41E9-4931-9DD6-7F62B1A6261A}" dt="2022-11-11T09:27:12.315" v="1235" actId="20577"/>
          <ac:spMkLst>
            <pc:docMk/>
            <pc:sldMk cId="0" sldId="279"/>
            <ac:spMk id="14" creationId="{CB0D0576-9D46-28C9-8D61-10B1DE4206D6}"/>
          </ac:spMkLst>
        </pc:spChg>
        <pc:spChg chg="mod">
          <ac:chgData name="Dattila  Federico" userId="3fbddd6b-c98a-4780-9364-b5d8323ec50d" providerId="ADAL" clId="{18EE679E-41E9-4931-9DD6-7F62B1A6261A}" dt="2022-11-11T09:21:24.518" v="985" actId="20577"/>
          <ac:spMkLst>
            <pc:docMk/>
            <pc:sldMk cId="0" sldId="279"/>
            <ac:spMk id="20" creationId="{77713033-C2E3-432B-B0A0-DC7F2F5341A1}"/>
          </ac:spMkLst>
        </pc:spChg>
        <pc:spChg chg="mod">
          <ac:chgData name="Dattila  Federico" userId="3fbddd6b-c98a-4780-9364-b5d8323ec50d" providerId="ADAL" clId="{18EE679E-41E9-4931-9DD6-7F62B1A6261A}" dt="2022-11-11T09:14:13.450" v="783" actId="1036"/>
          <ac:spMkLst>
            <pc:docMk/>
            <pc:sldMk cId="0" sldId="279"/>
            <ac:spMk id="21" creationId="{BE403EC1-1E79-4C90-B1CD-503CAA384AA8}"/>
          </ac:spMkLst>
        </pc:spChg>
        <pc:spChg chg="del">
          <ac:chgData name="Dattila  Federico" userId="3fbddd6b-c98a-4780-9364-b5d8323ec50d" providerId="ADAL" clId="{18EE679E-41E9-4931-9DD6-7F62B1A6261A}" dt="2022-11-11T09:13:03.593" v="719" actId="478"/>
          <ac:spMkLst>
            <pc:docMk/>
            <pc:sldMk cId="0" sldId="279"/>
            <ac:spMk id="23" creationId="{FB364D79-FF42-462A-9AB3-DBA259F01E05}"/>
          </ac:spMkLst>
        </pc:spChg>
        <pc:spChg chg="mod">
          <ac:chgData name="Dattila  Federico" userId="3fbddd6b-c98a-4780-9364-b5d8323ec50d" providerId="ADAL" clId="{18EE679E-41E9-4931-9DD6-7F62B1A6261A}" dt="2022-11-11T09:26:46.791" v="1193" actId="1076"/>
          <ac:spMkLst>
            <pc:docMk/>
            <pc:sldMk cId="0" sldId="279"/>
            <ac:spMk id="24" creationId="{2CB8F31B-3294-4D59-B4E5-DFEB37F0ACA5}"/>
          </ac:spMkLst>
        </pc:spChg>
        <pc:spChg chg="mod">
          <ac:chgData name="Dattila  Federico" userId="3fbddd6b-c98a-4780-9364-b5d8323ec50d" providerId="ADAL" clId="{18EE679E-41E9-4931-9DD6-7F62B1A6261A}" dt="2022-11-11T09:18:23.162" v="811" actId="14100"/>
          <ac:spMkLst>
            <pc:docMk/>
            <pc:sldMk cId="0" sldId="279"/>
            <ac:spMk id="25" creationId="{87463CF9-4096-49A9-9FAE-E188D30190EE}"/>
          </ac:spMkLst>
        </pc:spChg>
        <pc:spChg chg="mod">
          <ac:chgData name="Dattila  Federico" userId="3fbddd6b-c98a-4780-9364-b5d8323ec50d" providerId="ADAL" clId="{18EE679E-41E9-4931-9DD6-7F62B1A6261A}" dt="2022-11-11T09:18:27.640" v="812" actId="14100"/>
          <ac:spMkLst>
            <pc:docMk/>
            <pc:sldMk cId="0" sldId="279"/>
            <ac:spMk id="26" creationId="{A57940FE-49CD-40C9-A8CE-6B971C04022B}"/>
          </ac:spMkLst>
        </pc:spChg>
        <pc:spChg chg="mod">
          <ac:chgData name="Dattila  Federico" userId="3fbddd6b-c98a-4780-9364-b5d8323ec50d" providerId="ADAL" clId="{18EE679E-41E9-4931-9DD6-7F62B1A6261A}" dt="2022-11-11T09:26:35.985" v="1185" actId="1076"/>
          <ac:spMkLst>
            <pc:docMk/>
            <pc:sldMk cId="0" sldId="279"/>
            <ac:spMk id="27" creationId="{32B62FEC-795D-4D21-9157-237379BF25C2}"/>
          </ac:spMkLst>
        </pc:spChg>
        <pc:spChg chg="mod">
          <ac:chgData name="Dattila  Federico" userId="3fbddd6b-c98a-4780-9364-b5d8323ec50d" providerId="ADAL" clId="{18EE679E-41E9-4931-9DD6-7F62B1A6261A}" dt="2022-11-11T09:21:11.026" v="970" actId="2711"/>
          <ac:spMkLst>
            <pc:docMk/>
            <pc:sldMk cId="0" sldId="279"/>
            <ac:spMk id="37" creationId="{BAEC0785-3CBA-464B-A094-239C880B51E7}"/>
          </ac:spMkLst>
        </pc:spChg>
        <pc:spChg chg="del">
          <ac:chgData name="Dattila  Federico" userId="3fbddd6b-c98a-4780-9364-b5d8323ec50d" providerId="ADAL" clId="{18EE679E-41E9-4931-9DD6-7F62B1A6261A}" dt="2022-11-11T09:18:30.483" v="813" actId="478"/>
          <ac:spMkLst>
            <pc:docMk/>
            <pc:sldMk cId="0" sldId="279"/>
            <ac:spMk id="38" creationId="{147E843A-95A1-4F7B-AB53-B74B33F3F471}"/>
          </ac:spMkLst>
        </pc:spChg>
        <pc:picChg chg="add mod">
          <ac:chgData name="Dattila  Federico" userId="3fbddd6b-c98a-4780-9364-b5d8323ec50d" providerId="ADAL" clId="{18EE679E-41E9-4931-9DD6-7F62B1A6261A}" dt="2022-11-11T09:14:13.450" v="783" actId="1036"/>
          <ac:picMkLst>
            <pc:docMk/>
            <pc:sldMk cId="0" sldId="279"/>
            <ac:picMk id="2" creationId="{8A4CC532-8FC8-F756-973C-AA3ACD790818}"/>
          </ac:picMkLst>
        </pc:picChg>
        <pc:picChg chg="add mod">
          <ac:chgData name="Dattila  Federico" userId="3fbddd6b-c98a-4780-9364-b5d8323ec50d" providerId="ADAL" clId="{18EE679E-41E9-4931-9DD6-7F62B1A6261A}" dt="2022-11-11T09:14:13.450" v="783" actId="1036"/>
          <ac:picMkLst>
            <pc:docMk/>
            <pc:sldMk cId="0" sldId="279"/>
            <ac:picMk id="3" creationId="{B921A496-BF1F-24CC-C050-1E2FEE1BC164}"/>
          </ac:picMkLst>
        </pc:picChg>
        <pc:picChg chg="add mod">
          <ac:chgData name="Dattila  Federico" userId="3fbddd6b-c98a-4780-9364-b5d8323ec50d" providerId="ADAL" clId="{18EE679E-41E9-4931-9DD6-7F62B1A6261A}" dt="2022-11-11T09:26:43.837" v="1191" actId="1076"/>
          <ac:picMkLst>
            <pc:docMk/>
            <pc:sldMk cId="0" sldId="279"/>
            <ac:picMk id="4" creationId="{FDEBB82D-6BDD-B2C1-900F-4E994DF36F36}"/>
          </ac:picMkLst>
        </pc:picChg>
        <pc:picChg chg="add mod">
          <ac:chgData name="Dattila  Federico" userId="3fbddd6b-c98a-4780-9364-b5d8323ec50d" providerId="ADAL" clId="{18EE679E-41E9-4931-9DD6-7F62B1A6261A}" dt="2022-11-11T09:26:44.948" v="1192" actId="1076"/>
          <ac:picMkLst>
            <pc:docMk/>
            <pc:sldMk cId="0" sldId="279"/>
            <ac:picMk id="6" creationId="{BA235A64-6BE4-2A2A-A3C8-4F52FDD67B58}"/>
          </ac:picMkLst>
        </pc:picChg>
        <pc:picChg chg="add mod">
          <ac:chgData name="Dattila  Federico" userId="3fbddd6b-c98a-4780-9364-b5d8323ec50d" providerId="ADAL" clId="{18EE679E-41E9-4931-9DD6-7F62B1A6261A}" dt="2022-11-11T09:30:32.511" v="1288" actId="1076"/>
          <ac:picMkLst>
            <pc:docMk/>
            <pc:sldMk cId="0" sldId="279"/>
            <ac:picMk id="8" creationId="{71ED4586-1026-D5D0-4179-F6E2B1CCA5BC}"/>
          </ac:picMkLst>
        </pc:picChg>
        <pc:picChg chg="add del mod">
          <ac:chgData name="Dattila  Federico" userId="3fbddd6b-c98a-4780-9364-b5d8323ec50d" providerId="ADAL" clId="{18EE679E-41E9-4931-9DD6-7F62B1A6261A}" dt="2022-11-11T09:25:31.511" v="1143"/>
          <ac:picMkLst>
            <pc:docMk/>
            <pc:sldMk cId="0" sldId="279"/>
            <ac:picMk id="9" creationId="{A391D91A-ED93-5C29-0C9C-DF871D63894C}"/>
          </ac:picMkLst>
        </pc:picChg>
        <pc:picChg chg="add mod">
          <ac:chgData name="Dattila  Federico" userId="3fbddd6b-c98a-4780-9364-b5d8323ec50d" providerId="ADAL" clId="{18EE679E-41E9-4931-9DD6-7F62B1A6261A}" dt="2022-11-11T09:27:16.107" v="1252" actId="1037"/>
          <ac:picMkLst>
            <pc:docMk/>
            <pc:sldMk cId="0" sldId="279"/>
            <ac:picMk id="10" creationId="{FAD121FD-F085-F7B9-FB2D-C77959F560FF}"/>
          </ac:picMkLst>
        </pc:picChg>
        <pc:picChg chg="add mod">
          <ac:chgData name="Dattila  Federico" userId="3fbddd6b-c98a-4780-9364-b5d8323ec50d" providerId="ADAL" clId="{18EE679E-41E9-4931-9DD6-7F62B1A6261A}" dt="2022-11-11T09:26:04.712" v="1157" actId="14100"/>
          <ac:picMkLst>
            <pc:docMk/>
            <pc:sldMk cId="0" sldId="279"/>
            <ac:picMk id="11" creationId="{856886AF-FA1C-1E0A-9944-E3D479FCC84A}"/>
          </ac:picMkLst>
        </pc:picChg>
        <pc:picChg chg="add del mod">
          <ac:chgData name="Dattila  Federico" userId="3fbddd6b-c98a-4780-9364-b5d8323ec50d" providerId="ADAL" clId="{18EE679E-41E9-4931-9DD6-7F62B1A6261A}" dt="2022-11-11T09:25:58.131" v="1153" actId="478"/>
          <ac:picMkLst>
            <pc:docMk/>
            <pc:sldMk cId="0" sldId="279"/>
            <ac:picMk id="12" creationId="{44E13550-9AEC-1BFE-BAD4-6DF3C32F3705}"/>
          </ac:picMkLst>
        </pc:picChg>
        <pc:picChg chg="add mod">
          <ac:chgData name="Dattila  Federico" userId="3fbddd6b-c98a-4780-9364-b5d8323ec50d" providerId="ADAL" clId="{18EE679E-41E9-4931-9DD6-7F62B1A6261A}" dt="2022-11-11T09:32:11.049" v="1341" actId="1076"/>
          <ac:picMkLst>
            <pc:docMk/>
            <pc:sldMk cId="0" sldId="279"/>
            <ac:picMk id="16" creationId="{682D46A2-1EE3-0589-79DC-921B95FC8F39}"/>
          </ac:picMkLst>
        </pc:picChg>
        <pc:picChg chg="add mod">
          <ac:chgData name="Dattila  Federico" userId="3fbddd6b-c98a-4780-9364-b5d8323ec50d" providerId="ADAL" clId="{18EE679E-41E9-4931-9DD6-7F62B1A6261A}" dt="2022-11-11T09:30:35.788" v="1289" actId="1076"/>
          <ac:picMkLst>
            <pc:docMk/>
            <pc:sldMk cId="0" sldId="279"/>
            <ac:picMk id="18" creationId="{C97AB270-FD21-1954-4C23-6550241172D7}"/>
          </ac:picMkLst>
        </pc:picChg>
        <pc:picChg chg="add del">
          <ac:chgData name="Dattila  Federico" userId="3fbddd6b-c98a-4780-9364-b5d8323ec50d" providerId="ADAL" clId="{18EE679E-41E9-4931-9DD6-7F62B1A6261A}" dt="2022-11-11T09:25:31.971" v="1144" actId="478"/>
          <ac:picMkLst>
            <pc:docMk/>
            <pc:sldMk cId="0" sldId="279"/>
            <ac:picMk id="19" creationId="{36CC1351-2CBE-4030-92F6-66288AF17065}"/>
          </ac:picMkLst>
        </pc:picChg>
        <pc:picChg chg="del">
          <ac:chgData name="Dattila  Federico" userId="3fbddd6b-c98a-4780-9364-b5d8323ec50d" providerId="ADAL" clId="{18EE679E-41E9-4931-9DD6-7F62B1A6261A}" dt="2022-11-11T09:13:03.067" v="718" actId="478"/>
          <ac:picMkLst>
            <pc:docMk/>
            <pc:sldMk cId="0" sldId="279"/>
            <ac:picMk id="28" creationId="{53CE47A8-2049-4C36-BD0D-2B67ADDE0ADF}"/>
          </ac:picMkLst>
        </pc:picChg>
        <pc:picChg chg="del">
          <ac:chgData name="Dattila  Federico" userId="3fbddd6b-c98a-4780-9364-b5d8323ec50d" providerId="ADAL" clId="{18EE679E-41E9-4931-9DD6-7F62B1A6261A}" dt="2022-11-11T09:18:16.660" v="810" actId="478"/>
          <ac:picMkLst>
            <pc:docMk/>
            <pc:sldMk cId="0" sldId="279"/>
            <ac:picMk id="29" creationId="{74928BB5-6C9F-4505-B66D-23A38F1A3908}"/>
          </ac:picMkLst>
        </pc:picChg>
        <pc:picChg chg="del">
          <ac:chgData name="Dattila  Federico" userId="3fbddd6b-c98a-4780-9364-b5d8323ec50d" providerId="ADAL" clId="{18EE679E-41E9-4931-9DD6-7F62B1A6261A}" dt="2022-11-11T09:18:16.660" v="810" actId="478"/>
          <ac:picMkLst>
            <pc:docMk/>
            <pc:sldMk cId="0" sldId="279"/>
            <ac:picMk id="30" creationId="{35EA21E2-28CD-4426-8A15-C4F9671FD835}"/>
          </ac:picMkLst>
        </pc:picChg>
        <pc:picChg chg="del">
          <ac:chgData name="Dattila  Federico" userId="3fbddd6b-c98a-4780-9364-b5d8323ec50d" providerId="ADAL" clId="{18EE679E-41E9-4931-9DD6-7F62B1A6261A}" dt="2022-11-11T09:13:04.075" v="720" actId="478"/>
          <ac:picMkLst>
            <pc:docMk/>
            <pc:sldMk cId="0" sldId="279"/>
            <ac:picMk id="31" creationId="{9F9524B0-2BBF-421E-B3CF-424BFCB69EE5}"/>
          </ac:picMkLst>
        </pc:picChg>
        <pc:picChg chg="del">
          <ac:chgData name="Dattila  Federico" userId="3fbddd6b-c98a-4780-9364-b5d8323ec50d" providerId="ADAL" clId="{18EE679E-41E9-4931-9DD6-7F62B1A6261A}" dt="2022-11-11T09:25:44.358" v="1145" actId="478"/>
          <ac:picMkLst>
            <pc:docMk/>
            <pc:sldMk cId="0" sldId="279"/>
            <ac:picMk id="32" creationId="{22AF33FC-3F96-4D7D-9290-BD6A5759E782}"/>
          </ac:picMkLst>
        </pc:picChg>
        <pc:picChg chg="del">
          <ac:chgData name="Dattila  Federico" userId="3fbddd6b-c98a-4780-9364-b5d8323ec50d" providerId="ADAL" clId="{18EE679E-41E9-4931-9DD6-7F62B1A6261A}" dt="2022-11-11T09:25:44.358" v="1145" actId="478"/>
          <ac:picMkLst>
            <pc:docMk/>
            <pc:sldMk cId="0" sldId="279"/>
            <ac:picMk id="33" creationId="{E882D976-806C-4242-93B7-ACD4D662602C}"/>
          </ac:picMkLst>
        </pc:picChg>
        <pc:picChg chg="del">
          <ac:chgData name="Dattila  Federico" userId="3fbddd6b-c98a-4780-9364-b5d8323ec50d" providerId="ADAL" clId="{18EE679E-41E9-4931-9DD6-7F62B1A6261A}" dt="2022-11-11T09:25:44.358" v="1145" actId="478"/>
          <ac:picMkLst>
            <pc:docMk/>
            <pc:sldMk cId="0" sldId="279"/>
            <ac:picMk id="34" creationId="{4657BE61-3D18-4436-88A6-6763E8B57E75}"/>
          </ac:picMkLst>
        </pc:picChg>
        <pc:picChg chg="add mod">
          <ac:chgData name="Dattila  Federico" userId="3fbddd6b-c98a-4780-9364-b5d8323ec50d" providerId="ADAL" clId="{18EE679E-41E9-4931-9DD6-7F62B1A6261A}" dt="2022-11-11T09:34:11.343" v="1372" actId="1076"/>
          <ac:picMkLst>
            <pc:docMk/>
            <pc:sldMk cId="0" sldId="279"/>
            <ac:picMk id="35" creationId="{9FA25F69-CCDE-DEF2-6847-9619E09E1154}"/>
          </ac:picMkLst>
        </pc:picChg>
        <pc:picChg chg="add del mod">
          <ac:chgData name="Dattila  Federico" userId="3fbddd6b-c98a-4780-9364-b5d8323ec50d" providerId="ADAL" clId="{18EE679E-41E9-4931-9DD6-7F62B1A6261A}" dt="2022-11-11T09:32:29.353" v="1344" actId="478"/>
          <ac:picMkLst>
            <pc:docMk/>
            <pc:sldMk cId="0" sldId="279"/>
            <ac:picMk id="39" creationId="{54C62ACD-3FD6-A932-5089-90E1BE377587}"/>
          </ac:picMkLst>
        </pc:picChg>
        <pc:picChg chg="add mod">
          <ac:chgData name="Dattila  Federico" userId="3fbddd6b-c98a-4780-9364-b5d8323ec50d" providerId="ADAL" clId="{18EE679E-41E9-4931-9DD6-7F62B1A6261A}" dt="2022-11-11T09:33:20.017" v="1359" actId="1076"/>
          <ac:picMkLst>
            <pc:docMk/>
            <pc:sldMk cId="0" sldId="279"/>
            <ac:picMk id="41" creationId="{7BF039C5-A3DD-BCA5-3EE5-07188ED48E9B}"/>
          </ac:picMkLst>
        </pc:picChg>
        <pc:picChg chg="add mod">
          <ac:chgData name="Dattila  Federico" userId="3fbddd6b-c98a-4780-9364-b5d8323ec50d" providerId="ADAL" clId="{18EE679E-41E9-4931-9DD6-7F62B1A6261A}" dt="2022-11-11T09:34:16.237" v="1375" actId="1076"/>
          <ac:picMkLst>
            <pc:docMk/>
            <pc:sldMk cId="0" sldId="279"/>
            <ac:picMk id="43" creationId="{984F3B54-9EB2-5896-9D59-FF9E88C268B2}"/>
          </ac:picMkLst>
        </pc:picChg>
        <pc:picChg chg="add mod">
          <ac:chgData name="Dattila  Federico" userId="3fbddd6b-c98a-4780-9364-b5d8323ec50d" providerId="ADAL" clId="{18EE679E-41E9-4931-9DD6-7F62B1A6261A}" dt="2022-11-11T09:35:22.886" v="1409" actId="1036"/>
          <ac:picMkLst>
            <pc:docMk/>
            <pc:sldMk cId="0" sldId="279"/>
            <ac:picMk id="44" creationId="{B98338CC-90C6-B027-9E6E-3035F5E05DFA}"/>
          </ac:picMkLst>
        </pc:picChg>
        <pc:picChg chg="add del mod">
          <ac:chgData name="Dattila  Federico" userId="3fbddd6b-c98a-4780-9364-b5d8323ec50d" providerId="ADAL" clId="{18EE679E-41E9-4931-9DD6-7F62B1A6261A}" dt="2022-11-11T09:36:27.865" v="1415" actId="478"/>
          <ac:picMkLst>
            <pc:docMk/>
            <pc:sldMk cId="0" sldId="279"/>
            <ac:picMk id="46" creationId="{45927045-FCDE-68E2-516E-6F746F5AAB56}"/>
          </ac:picMkLst>
        </pc:picChg>
        <pc:picChg chg="add mod">
          <ac:chgData name="Dattila  Federico" userId="3fbddd6b-c98a-4780-9364-b5d8323ec50d" providerId="ADAL" clId="{18EE679E-41E9-4931-9DD6-7F62B1A6261A}" dt="2022-11-11T09:36:58.111" v="1421" actId="1076"/>
          <ac:picMkLst>
            <pc:docMk/>
            <pc:sldMk cId="0" sldId="279"/>
            <ac:picMk id="48" creationId="{E05B9D72-4202-57C9-A3D6-A048208C86FC}"/>
          </ac:picMkLst>
        </pc:picChg>
      </pc:sldChg>
      <pc:sldChg chg="addSp delSp modSp mod delAnim">
        <pc:chgData name="Dattila  Federico" userId="3fbddd6b-c98a-4780-9364-b5d8323ec50d" providerId="ADAL" clId="{18EE679E-41E9-4931-9DD6-7F62B1A6261A}" dt="2022-11-11T09:41:42.753" v="1578" actId="1076"/>
        <pc:sldMkLst>
          <pc:docMk/>
          <pc:sldMk cId="0" sldId="280"/>
        </pc:sldMkLst>
        <pc:spChg chg="mod">
          <ac:chgData name="Dattila  Federico" userId="3fbddd6b-c98a-4780-9364-b5d8323ec50d" providerId="ADAL" clId="{18EE679E-41E9-4931-9DD6-7F62B1A6261A}" dt="2022-11-11T09:23:47.254" v="1120" actId="404"/>
          <ac:spMkLst>
            <pc:docMk/>
            <pc:sldMk cId="0" sldId="280"/>
            <ac:spMk id="8" creationId="{A2BB80A0-FE21-4E12-9084-1460B42F8F92}"/>
          </ac:spMkLst>
        </pc:spChg>
        <pc:spChg chg="mod">
          <ac:chgData name="Dattila  Federico" userId="3fbddd6b-c98a-4780-9364-b5d8323ec50d" providerId="ADAL" clId="{18EE679E-41E9-4931-9DD6-7F62B1A6261A}" dt="2022-11-11T09:23:47.254" v="1120" actId="404"/>
          <ac:spMkLst>
            <pc:docMk/>
            <pc:sldMk cId="0" sldId="280"/>
            <ac:spMk id="10" creationId="{ADFB41E0-558E-403F-A6FE-0424E82EC38B}"/>
          </ac:spMkLst>
        </pc:spChg>
        <pc:spChg chg="mod">
          <ac:chgData name="Dattila  Federico" userId="3fbddd6b-c98a-4780-9364-b5d8323ec50d" providerId="ADAL" clId="{18EE679E-41E9-4931-9DD6-7F62B1A6261A}" dt="2022-11-11T09:23:47.254" v="1120" actId="404"/>
          <ac:spMkLst>
            <pc:docMk/>
            <pc:sldMk cId="0" sldId="280"/>
            <ac:spMk id="11" creationId="{3714F0F8-537B-4301-B79E-C7C3F19F62E5}"/>
          </ac:spMkLst>
        </pc:spChg>
        <pc:spChg chg="mod">
          <ac:chgData name="Dattila  Federico" userId="3fbddd6b-c98a-4780-9364-b5d8323ec50d" providerId="ADAL" clId="{18EE679E-41E9-4931-9DD6-7F62B1A6261A}" dt="2022-11-11T09:23:47.254" v="1120" actId="404"/>
          <ac:spMkLst>
            <pc:docMk/>
            <pc:sldMk cId="0" sldId="280"/>
            <ac:spMk id="13" creationId="{C393488C-29EA-47B6-8ED9-0D7347C84556}"/>
          </ac:spMkLst>
        </pc:spChg>
        <pc:spChg chg="mod">
          <ac:chgData name="Dattila  Federico" userId="3fbddd6b-c98a-4780-9364-b5d8323ec50d" providerId="ADAL" clId="{18EE679E-41E9-4931-9DD6-7F62B1A6261A}" dt="2022-11-11T09:23:47.254" v="1120" actId="404"/>
          <ac:spMkLst>
            <pc:docMk/>
            <pc:sldMk cId="0" sldId="280"/>
            <ac:spMk id="24" creationId="{DFDE0C6B-932B-44DB-BFDB-C26BEC822A12}"/>
          </ac:spMkLst>
        </pc:spChg>
        <pc:spChg chg="mod">
          <ac:chgData name="Dattila  Federico" userId="3fbddd6b-c98a-4780-9364-b5d8323ec50d" providerId="ADAL" clId="{18EE679E-41E9-4931-9DD6-7F62B1A6261A}" dt="2022-11-11T09:23:47.254" v="1120" actId="404"/>
          <ac:spMkLst>
            <pc:docMk/>
            <pc:sldMk cId="0" sldId="280"/>
            <ac:spMk id="25" creationId="{1D85041F-9C9C-4F05-8B3C-24E9DEEEC4B0}"/>
          </ac:spMkLst>
        </pc:spChg>
        <pc:spChg chg="mod">
          <ac:chgData name="Dattila  Federico" userId="3fbddd6b-c98a-4780-9364-b5d8323ec50d" providerId="ADAL" clId="{18EE679E-41E9-4931-9DD6-7F62B1A6261A}" dt="2022-11-11T09:23:47.254" v="1120" actId="404"/>
          <ac:spMkLst>
            <pc:docMk/>
            <pc:sldMk cId="0" sldId="280"/>
            <ac:spMk id="26" creationId="{3269FBCE-8F3F-462C-95B1-EABDBC3C0A23}"/>
          </ac:spMkLst>
        </pc:spChg>
        <pc:spChg chg="add mod">
          <ac:chgData name="Dattila  Federico" userId="3fbddd6b-c98a-4780-9364-b5d8323ec50d" providerId="ADAL" clId="{18EE679E-41E9-4931-9DD6-7F62B1A6261A}" dt="2022-11-11T09:41:12.924" v="1555" actId="1036"/>
          <ac:spMkLst>
            <pc:docMk/>
            <pc:sldMk cId="0" sldId="280"/>
            <ac:spMk id="30" creationId="{2639AB2E-24E3-BCAE-B8CE-B5ACE212AC91}"/>
          </ac:spMkLst>
        </pc:spChg>
        <pc:spChg chg="add mod">
          <ac:chgData name="Dattila  Federico" userId="3fbddd6b-c98a-4780-9364-b5d8323ec50d" providerId="ADAL" clId="{18EE679E-41E9-4931-9DD6-7F62B1A6261A}" dt="2022-11-11T09:41:42.753" v="1578" actId="1076"/>
          <ac:spMkLst>
            <pc:docMk/>
            <pc:sldMk cId="0" sldId="280"/>
            <ac:spMk id="32" creationId="{58F375AF-2B29-79A8-0235-54D339375B15}"/>
          </ac:spMkLst>
        </pc:spChg>
        <pc:spChg chg="mod">
          <ac:chgData name="Dattila  Federico" userId="3fbddd6b-c98a-4780-9364-b5d8323ec50d" providerId="ADAL" clId="{18EE679E-41E9-4931-9DD6-7F62B1A6261A}" dt="2022-11-11T09:22:18.790" v="1033" actId="2711"/>
          <ac:spMkLst>
            <pc:docMk/>
            <pc:sldMk cId="0" sldId="280"/>
            <ac:spMk id="229" creationId="{00000000-0000-0000-0000-000000000000}"/>
          </ac:spMkLst>
        </pc:spChg>
        <pc:grpChg chg="del">
          <ac:chgData name="Dattila  Federico" userId="3fbddd6b-c98a-4780-9364-b5d8323ec50d" providerId="ADAL" clId="{18EE679E-41E9-4931-9DD6-7F62B1A6261A}" dt="2022-11-11T09:22:01.905" v="1011" actId="478"/>
          <ac:grpSpMkLst>
            <pc:docMk/>
            <pc:sldMk cId="0" sldId="280"/>
            <ac:grpSpMk id="20" creationId="{BA4C522C-260F-4342-A151-C6E78C2813D8}"/>
          </ac:grpSpMkLst>
        </pc:grpChg>
        <pc:picChg chg="add mod">
          <ac:chgData name="Dattila  Federico" userId="3fbddd6b-c98a-4780-9364-b5d8323ec50d" providerId="ADAL" clId="{18EE679E-41E9-4931-9DD6-7F62B1A6261A}" dt="2022-11-11T09:38:51.179" v="1514" actId="1076"/>
          <ac:picMkLst>
            <pc:docMk/>
            <pc:sldMk cId="0" sldId="280"/>
            <ac:picMk id="2" creationId="{9014C70A-4600-2F72-AB39-F448644C732F}"/>
          </ac:picMkLst>
        </pc:picChg>
        <pc:picChg chg="add mod">
          <ac:chgData name="Dattila  Federico" userId="3fbddd6b-c98a-4780-9364-b5d8323ec50d" providerId="ADAL" clId="{18EE679E-41E9-4931-9DD6-7F62B1A6261A}" dt="2022-11-11T09:39:22.865" v="1521" actId="14100"/>
          <ac:picMkLst>
            <pc:docMk/>
            <pc:sldMk cId="0" sldId="280"/>
            <ac:picMk id="3" creationId="{C06F9B01-1D97-C8CA-A3B6-772693AACA0D}"/>
          </ac:picMkLst>
        </pc:picChg>
        <pc:picChg chg="add del mod">
          <ac:chgData name="Dattila  Federico" userId="3fbddd6b-c98a-4780-9364-b5d8323ec50d" providerId="ADAL" clId="{18EE679E-41E9-4931-9DD6-7F62B1A6261A}" dt="2022-11-11T09:39:25.858" v="1523" actId="478"/>
          <ac:picMkLst>
            <pc:docMk/>
            <pc:sldMk cId="0" sldId="280"/>
            <ac:picMk id="4" creationId="{1BC5AF23-392B-AB57-CD65-8F1A429A1A97}"/>
          </ac:picMkLst>
        </pc:picChg>
        <pc:picChg chg="add mod">
          <ac:chgData name="Dattila  Federico" userId="3fbddd6b-c98a-4780-9364-b5d8323ec50d" providerId="ADAL" clId="{18EE679E-41E9-4931-9DD6-7F62B1A6261A}" dt="2022-11-11T09:39:19.896" v="1520" actId="14100"/>
          <ac:picMkLst>
            <pc:docMk/>
            <pc:sldMk cId="0" sldId="280"/>
            <ac:picMk id="6" creationId="{2C44A72B-568B-2FB4-7B13-DDA0DE60F04F}"/>
          </ac:picMkLst>
        </pc:picChg>
        <pc:picChg chg="add del mod">
          <ac:chgData name="Dattila  Federico" userId="3fbddd6b-c98a-4780-9364-b5d8323ec50d" providerId="ADAL" clId="{18EE679E-41E9-4931-9DD6-7F62B1A6261A}" dt="2022-11-11T09:39:25.171" v="1522" actId="478"/>
          <ac:picMkLst>
            <pc:docMk/>
            <pc:sldMk cId="0" sldId="280"/>
            <ac:picMk id="7" creationId="{B93A20DA-1ECE-2CFA-6E2F-DC1FF0D5D238}"/>
          </ac:picMkLst>
        </pc:picChg>
        <pc:picChg chg="del">
          <ac:chgData name="Dattila  Federico" userId="3fbddd6b-c98a-4780-9364-b5d8323ec50d" providerId="ADAL" clId="{18EE679E-41E9-4931-9DD6-7F62B1A6261A}" dt="2022-11-11T09:38:27.404" v="1501" actId="478"/>
          <ac:picMkLst>
            <pc:docMk/>
            <pc:sldMk cId="0" sldId="280"/>
            <ac:picMk id="12" creationId="{3C1D74F5-3AF7-4A99-9EB9-560B0C80C796}"/>
          </ac:picMkLst>
        </pc:picChg>
        <pc:picChg chg="del">
          <ac:chgData name="Dattila  Federico" userId="3fbddd6b-c98a-4780-9364-b5d8323ec50d" providerId="ADAL" clId="{18EE679E-41E9-4931-9DD6-7F62B1A6261A}" dt="2022-11-11T09:38:27.404" v="1501" actId="478"/>
          <ac:picMkLst>
            <pc:docMk/>
            <pc:sldMk cId="0" sldId="280"/>
            <ac:picMk id="14" creationId="{0DB47DB6-AE51-419F-810E-B445F2B5D66C}"/>
          </ac:picMkLst>
        </pc:picChg>
        <pc:picChg chg="del">
          <ac:chgData name="Dattila  Federico" userId="3fbddd6b-c98a-4780-9364-b5d8323ec50d" providerId="ADAL" clId="{18EE679E-41E9-4931-9DD6-7F62B1A6261A}" dt="2022-11-11T09:38:27.404" v="1501" actId="478"/>
          <ac:picMkLst>
            <pc:docMk/>
            <pc:sldMk cId="0" sldId="280"/>
            <ac:picMk id="15" creationId="{C3F5C8AC-1524-457D-9BB0-2951F1C875DC}"/>
          </ac:picMkLst>
        </pc:picChg>
        <pc:picChg chg="add del mod">
          <ac:chgData name="Dattila  Federico" userId="3fbddd6b-c98a-4780-9364-b5d8323ec50d" providerId="ADAL" clId="{18EE679E-41E9-4931-9DD6-7F62B1A6261A}" dt="2022-11-11T09:39:26.331" v="1524" actId="478"/>
          <ac:picMkLst>
            <pc:docMk/>
            <pc:sldMk cId="0" sldId="280"/>
            <ac:picMk id="16" creationId="{EC0DDBF3-DA10-94A4-A11F-FB5117B19973}"/>
          </ac:picMkLst>
        </pc:picChg>
        <pc:picChg chg="add mod">
          <ac:chgData name="Dattila  Federico" userId="3fbddd6b-c98a-4780-9364-b5d8323ec50d" providerId="ADAL" clId="{18EE679E-41E9-4931-9DD6-7F62B1A6261A}" dt="2022-11-11T09:39:40.739" v="1536" actId="1035"/>
          <ac:picMkLst>
            <pc:docMk/>
            <pc:sldMk cId="0" sldId="280"/>
            <ac:picMk id="27" creationId="{186EC150-1C25-324E-E9C4-9846732D08ED}"/>
          </ac:picMkLst>
        </pc:picChg>
        <pc:picChg chg="add del mod">
          <ac:chgData name="Dattila  Federico" userId="3fbddd6b-c98a-4780-9364-b5d8323ec50d" providerId="ADAL" clId="{18EE679E-41E9-4931-9DD6-7F62B1A6261A}" dt="2022-11-11T09:41:15.596" v="1557" actId="21"/>
          <ac:picMkLst>
            <pc:docMk/>
            <pc:sldMk cId="0" sldId="280"/>
            <ac:picMk id="29" creationId="{247AF4F8-D62B-8806-EE63-C2420F9B78F6}"/>
          </ac:picMkLst>
        </pc:picChg>
        <pc:picChg chg="add mod">
          <ac:chgData name="Dattila  Federico" userId="3fbddd6b-c98a-4780-9364-b5d8323ec50d" providerId="ADAL" clId="{18EE679E-41E9-4931-9DD6-7F62B1A6261A}" dt="2022-11-11T09:41:23.252" v="1566" actId="1038"/>
          <ac:picMkLst>
            <pc:docMk/>
            <pc:sldMk cId="0" sldId="280"/>
            <ac:picMk id="31" creationId="{6BDFD70D-E6C5-1448-3154-4B651BA5A118}"/>
          </ac:picMkLst>
        </pc:picChg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3783124238" sldId="281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3265213504" sldId="282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4097450072" sldId="283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4104098069" sldId="284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4072651931" sldId="287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086803257" sldId="289"/>
        </pc:sldMkLst>
      </pc:sldChg>
      <pc:sldChg chg="del">
        <pc:chgData name="Dattila  Federico" userId="3fbddd6b-c98a-4780-9364-b5d8323ec50d" providerId="ADAL" clId="{18EE679E-41E9-4931-9DD6-7F62B1A6261A}" dt="2022-11-11T09:21:53.248" v="986" actId="47"/>
        <pc:sldMkLst>
          <pc:docMk/>
          <pc:sldMk cId="1167448258" sldId="292"/>
        </pc:sldMkLst>
      </pc:sldChg>
      <pc:sldChg chg="del">
        <pc:chgData name="Dattila  Federico" userId="3fbddd6b-c98a-4780-9364-b5d8323ec50d" providerId="ADAL" clId="{18EE679E-41E9-4931-9DD6-7F62B1A6261A}" dt="2022-11-11T09:21:53.248" v="986" actId="47"/>
        <pc:sldMkLst>
          <pc:docMk/>
          <pc:sldMk cId="1451960353" sldId="293"/>
        </pc:sldMkLst>
      </pc:sldChg>
      <pc:sldChg chg="del">
        <pc:chgData name="Dattila  Federico" userId="3fbddd6b-c98a-4780-9364-b5d8323ec50d" providerId="ADAL" clId="{18EE679E-41E9-4931-9DD6-7F62B1A6261A}" dt="2022-11-11T09:21:53.248" v="986" actId="47"/>
        <pc:sldMkLst>
          <pc:docMk/>
          <pc:sldMk cId="1608219557" sldId="294"/>
        </pc:sldMkLst>
      </pc:sldChg>
      <pc:sldChg chg="del">
        <pc:chgData name="Dattila  Federico" userId="3fbddd6b-c98a-4780-9364-b5d8323ec50d" providerId="ADAL" clId="{18EE679E-41E9-4931-9DD6-7F62B1A6261A}" dt="2022-11-11T09:21:53.248" v="986" actId="47"/>
        <pc:sldMkLst>
          <pc:docMk/>
          <pc:sldMk cId="3375057242" sldId="295"/>
        </pc:sldMkLst>
      </pc:sldChg>
      <pc:sldChg chg="del">
        <pc:chgData name="Dattila  Federico" userId="3fbddd6b-c98a-4780-9364-b5d8323ec50d" providerId="ADAL" clId="{18EE679E-41E9-4931-9DD6-7F62B1A6261A}" dt="2022-11-11T09:21:53.248" v="986" actId="47"/>
        <pc:sldMkLst>
          <pc:docMk/>
          <pc:sldMk cId="3119991986" sldId="296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780214847" sldId="297"/>
        </pc:sldMkLst>
      </pc:sldChg>
      <pc:sldChg chg="modSp mod">
        <pc:chgData name="Dattila  Federico" userId="3fbddd6b-c98a-4780-9364-b5d8323ec50d" providerId="ADAL" clId="{18EE679E-41E9-4931-9DD6-7F62B1A6261A}" dt="2022-11-11T09:23:54.793" v="1121" actId="2711"/>
        <pc:sldMkLst>
          <pc:docMk/>
          <pc:sldMk cId="0" sldId="298"/>
        </pc:sldMkLst>
        <pc:spChg chg="mod">
          <ac:chgData name="Dattila  Federico" userId="3fbddd6b-c98a-4780-9364-b5d8323ec50d" providerId="ADAL" clId="{18EE679E-41E9-4931-9DD6-7F62B1A6261A}" dt="2022-11-11T09:23:54.793" v="1121" actId="2711"/>
          <ac:spMkLst>
            <pc:docMk/>
            <pc:sldMk cId="0" sldId="298"/>
            <ac:spMk id="9" creationId="{79C25129-00FF-40A5-A911-44BCB4388F7E}"/>
          </ac:spMkLst>
        </pc:spChg>
      </pc:sldChg>
      <pc:sldChg chg="modSp mod">
        <pc:chgData name="Dattila  Federico" userId="3fbddd6b-c98a-4780-9364-b5d8323ec50d" providerId="ADAL" clId="{18EE679E-41E9-4931-9DD6-7F62B1A6261A}" dt="2022-11-11T09:20:49.284" v="967" actId="2711"/>
        <pc:sldMkLst>
          <pc:docMk/>
          <pc:sldMk cId="0" sldId="299"/>
        </pc:sldMkLst>
        <pc:spChg chg="mod">
          <ac:chgData name="Dattila  Federico" userId="3fbddd6b-c98a-4780-9364-b5d8323ec50d" providerId="ADAL" clId="{18EE679E-41E9-4931-9DD6-7F62B1A6261A}" dt="2022-11-11T09:20:49.284" v="967" actId="2711"/>
          <ac:spMkLst>
            <pc:docMk/>
            <pc:sldMk cId="0" sldId="299"/>
            <ac:spMk id="14" creationId="{3F5C20E8-3965-4370-80E2-50A0C1A8D084}"/>
          </ac:spMkLst>
        </pc:spChg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692038972" sldId="300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01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285445637" sldId="302"/>
        </pc:sldMkLst>
      </pc:sldChg>
      <pc:sldChg chg="del">
        <pc:chgData name="Dattila  Federico" userId="3fbddd6b-c98a-4780-9364-b5d8323ec50d" providerId="ADAL" clId="{18EE679E-41E9-4931-9DD6-7F62B1A6261A}" dt="2022-11-11T08:54:38.261" v="3" actId="47"/>
        <pc:sldMkLst>
          <pc:docMk/>
          <pc:sldMk cId="1844760682" sldId="303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025206574" sldId="304"/>
        </pc:sldMkLst>
      </pc:sldChg>
      <pc:sldChg chg="del">
        <pc:chgData name="Dattila  Federico" userId="3fbddd6b-c98a-4780-9364-b5d8323ec50d" providerId="ADAL" clId="{18EE679E-41E9-4931-9DD6-7F62B1A6261A}" dt="2022-11-11T08:54:38.261" v="3" actId="47"/>
        <pc:sldMkLst>
          <pc:docMk/>
          <pc:sldMk cId="1289898536" sldId="305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593639724" sldId="306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3561633507" sldId="307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894622572" sldId="308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2642039371" sldId="309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2830619208" sldId="310"/>
        </pc:sldMkLst>
      </pc:sldChg>
      <pc:sldChg chg="modSp mod">
        <pc:chgData name="Dattila  Federico" userId="3fbddd6b-c98a-4780-9364-b5d8323ec50d" providerId="ADAL" clId="{18EE679E-41E9-4931-9DD6-7F62B1A6261A}" dt="2022-11-13T09:08:44.623" v="2546" actId="20577"/>
        <pc:sldMkLst>
          <pc:docMk/>
          <pc:sldMk cId="2917766515" sldId="317"/>
        </pc:sldMkLst>
        <pc:spChg chg="mod">
          <ac:chgData name="Dattila  Federico" userId="3fbddd6b-c98a-4780-9364-b5d8323ec50d" providerId="ADAL" clId="{18EE679E-41E9-4931-9DD6-7F62B1A6261A}" dt="2022-11-11T09:24:10.602" v="1134" actId="1037"/>
          <ac:spMkLst>
            <pc:docMk/>
            <pc:sldMk cId="2917766515" sldId="317"/>
            <ac:spMk id="2" creationId="{4BC7D281-B25B-4224-8C5B-33CBE0610ED8}"/>
          </ac:spMkLst>
        </pc:spChg>
        <pc:spChg chg="mod">
          <ac:chgData name="Dattila  Federico" userId="3fbddd6b-c98a-4780-9364-b5d8323ec50d" providerId="ADAL" clId="{18EE679E-41E9-4931-9DD6-7F62B1A6261A}" dt="2022-11-11T09:19:54.939" v="900" actId="2711"/>
          <ac:spMkLst>
            <pc:docMk/>
            <pc:sldMk cId="2917766515" sldId="317"/>
            <ac:spMk id="6" creationId="{4AB29B91-2DF1-413B-B72B-A0B271CEAD96}"/>
          </ac:spMkLst>
        </pc:spChg>
        <pc:spChg chg="mod">
          <ac:chgData name="Dattila  Federico" userId="3fbddd6b-c98a-4780-9364-b5d8323ec50d" providerId="ADAL" clId="{18EE679E-41E9-4931-9DD6-7F62B1A6261A}" dt="2022-11-13T09:08:44.623" v="2546" actId="20577"/>
          <ac:spMkLst>
            <pc:docMk/>
            <pc:sldMk cId="2917766515" sldId="317"/>
            <ac:spMk id="7" creationId="{4D878854-348A-4EB4-BB4F-09D40247B095}"/>
          </ac:spMkLst>
        </pc:spChg>
      </pc:sldChg>
      <pc:sldChg chg="modSp mod modAnim">
        <pc:chgData name="Dattila  Federico" userId="3fbddd6b-c98a-4780-9364-b5d8323ec50d" providerId="ADAL" clId="{18EE679E-41E9-4931-9DD6-7F62B1A6261A}" dt="2022-11-11T09:23:36.418" v="1118" actId="404"/>
        <pc:sldMkLst>
          <pc:docMk/>
          <pc:sldMk cId="587251823" sldId="321"/>
        </pc:sldMkLst>
        <pc:spChg chg="mod">
          <ac:chgData name="Dattila  Federico" userId="3fbddd6b-c98a-4780-9364-b5d8323ec50d" providerId="ADAL" clId="{18EE679E-41E9-4931-9DD6-7F62B1A6261A}" dt="2022-11-11T09:23:36.418" v="1118" actId="404"/>
          <ac:spMkLst>
            <pc:docMk/>
            <pc:sldMk cId="587251823" sldId="321"/>
            <ac:spMk id="6" creationId="{0EECAB96-737D-4979-8126-90824C9969E5}"/>
          </ac:spMkLst>
        </pc:spChg>
        <pc:spChg chg="mod">
          <ac:chgData name="Dattila  Federico" userId="3fbddd6b-c98a-4780-9364-b5d8323ec50d" providerId="ADAL" clId="{18EE679E-41E9-4931-9DD6-7F62B1A6261A}" dt="2022-11-11T09:23:32.778" v="1117" actId="404"/>
          <ac:spMkLst>
            <pc:docMk/>
            <pc:sldMk cId="587251823" sldId="321"/>
            <ac:spMk id="7" creationId="{C427D355-58FF-4A6D-8A58-6EF79F33C02D}"/>
          </ac:spMkLst>
        </pc:spChg>
        <pc:spChg chg="mod">
          <ac:chgData name="Dattila  Federico" userId="3fbddd6b-c98a-4780-9364-b5d8323ec50d" providerId="ADAL" clId="{18EE679E-41E9-4931-9DD6-7F62B1A6261A}" dt="2022-11-11T09:23:27.753" v="1116" actId="2711"/>
          <ac:spMkLst>
            <pc:docMk/>
            <pc:sldMk cId="587251823" sldId="321"/>
            <ac:spMk id="8" creationId="{029EBBF4-F14D-4138-9D67-98541FD34DCE}"/>
          </ac:spMkLst>
        </pc:spChg>
        <pc:spChg chg="mod">
          <ac:chgData name="Dattila  Federico" userId="3fbddd6b-c98a-4780-9364-b5d8323ec50d" providerId="ADAL" clId="{18EE679E-41E9-4931-9DD6-7F62B1A6261A}" dt="2022-11-11T09:23:27.753" v="1116" actId="2711"/>
          <ac:spMkLst>
            <pc:docMk/>
            <pc:sldMk cId="587251823" sldId="321"/>
            <ac:spMk id="9" creationId="{456BFD1D-EB70-40E5-A5F4-310330C17660}"/>
          </ac:spMkLst>
        </pc:spChg>
        <pc:spChg chg="mod">
          <ac:chgData name="Dattila  Federico" userId="3fbddd6b-c98a-4780-9364-b5d8323ec50d" providerId="ADAL" clId="{18EE679E-41E9-4931-9DD6-7F62B1A6261A}" dt="2022-11-11T09:23:27.753" v="1116" actId="2711"/>
          <ac:spMkLst>
            <pc:docMk/>
            <pc:sldMk cId="587251823" sldId="321"/>
            <ac:spMk id="11" creationId="{8BEA08B3-3C5A-4742-BDBA-47687FF417D8}"/>
          </ac:spMkLst>
        </pc:spChg>
        <pc:spChg chg="mod">
          <ac:chgData name="Dattila  Federico" userId="3fbddd6b-c98a-4780-9364-b5d8323ec50d" providerId="ADAL" clId="{18EE679E-41E9-4931-9DD6-7F62B1A6261A}" dt="2022-11-11T09:23:27.753" v="1116" actId="2711"/>
          <ac:spMkLst>
            <pc:docMk/>
            <pc:sldMk cId="587251823" sldId="321"/>
            <ac:spMk id="12" creationId="{43C7BAAE-B3CF-4595-9598-8D9D852DBADA}"/>
          </ac:spMkLst>
        </pc:spChg>
        <pc:spChg chg="mod">
          <ac:chgData name="Dattila  Federico" userId="3fbddd6b-c98a-4780-9364-b5d8323ec50d" providerId="ADAL" clId="{18EE679E-41E9-4931-9DD6-7F62B1A6261A}" dt="2022-11-11T09:23:27.753" v="1116" actId="2711"/>
          <ac:spMkLst>
            <pc:docMk/>
            <pc:sldMk cId="587251823" sldId="321"/>
            <ac:spMk id="13" creationId="{8A7C2B15-1F79-4D76-B841-357461D0E43B}"/>
          </ac:spMkLst>
        </pc:spChg>
        <pc:spChg chg="mod">
          <ac:chgData name="Dattila  Federico" userId="3fbddd6b-c98a-4780-9364-b5d8323ec50d" providerId="ADAL" clId="{18EE679E-41E9-4931-9DD6-7F62B1A6261A}" dt="2022-11-11T09:22:32.145" v="1037" actId="207"/>
          <ac:spMkLst>
            <pc:docMk/>
            <pc:sldMk cId="587251823" sldId="321"/>
            <ac:spMk id="14" creationId="{AC2A94F2-2859-41BE-877F-682D0AE3A9CF}"/>
          </ac:spMkLst>
        </pc:spChg>
      </pc:sldChg>
      <pc:sldChg chg="del">
        <pc:chgData name="Dattila  Federico" userId="3fbddd6b-c98a-4780-9364-b5d8323ec50d" providerId="ADAL" clId="{18EE679E-41E9-4931-9DD6-7F62B1A6261A}" dt="2022-11-11T08:54:38.261" v="3" actId="47"/>
        <pc:sldMkLst>
          <pc:docMk/>
          <pc:sldMk cId="169951774" sldId="322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4107675775" sldId="326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662920670" sldId="327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471917221" sldId="328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684283537" sldId="329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560821151" sldId="330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2706251987" sldId="331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3616049239" sldId="332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3440417238" sldId="333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2372063015" sldId="334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4002168915" sldId="335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3922719342" sldId="336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1987299846" sldId="337"/>
        </pc:sldMkLst>
      </pc:sldChg>
      <pc:sldChg chg="del">
        <pc:chgData name="Dattila  Federico" userId="3fbddd6b-c98a-4780-9364-b5d8323ec50d" providerId="ADAL" clId="{18EE679E-41E9-4931-9DD6-7F62B1A6261A}" dt="2022-11-11T08:54:27.611" v="0" actId="47"/>
        <pc:sldMkLst>
          <pc:docMk/>
          <pc:sldMk cId="495391885" sldId="338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39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40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41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42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43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44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45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0" sldId="346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950332960" sldId="347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1617367759" sldId="348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660913979" sldId="349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1789808120" sldId="350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57401131" sldId="351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300843091" sldId="352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470890062" sldId="353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416447925" sldId="354"/>
        </pc:sldMkLst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620660277" sldId="355"/>
        </pc:sldMkLst>
      </pc:sldChg>
      <pc:sldChg chg="del">
        <pc:chgData name="Dattila  Federico" userId="3fbddd6b-c98a-4780-9364-b5d8323ec50d" providerId="ADAL" clId="{18EE679E-41E9-4931-9DD6-7F62B1A6261A}" dt="2022-11-11T08:54:38.261" v="3" actId="47"/>
        <pc:sldMkLst>
          <pc:docMk/>
          <pc:sldMk cId="0" sldId="361"/>
        </pc:sldMkLst>
      </pc:sldChg>
      <pc:sldChg chg="modSp mod">
        <pc:chgData name="Dattila  Federico" userId="3fbddd6b-c98a-4780-9364-b5d8323ec50d" providerId="ADAL" clId="{18EE679E-41E9-4931-9DD6-7F62B1A6261A}" dt="2022-11-11T09:21:00.021" v="968" actId="2711"/>
        <pc:sldMkLst>
          <pc:docMk/>
          <pc:sldMk cId="2666003908" sldId="362"/>
        </pc:sldMkLst>
        <pc:spChg chg="mod">
          <ac:chgData name="Dattila  Federico" userId="3fbddd6b-c98a-4780-9364-b5d8323ec50d" providerId="ADAL" clId="{18EE679E-41E9-4931-9DD6-7F62B1A6261A}" dt="2022-11-11T09:08:02.383" v="683" actId="404"/>
          <ac:spMkLst>
            <pc:docMk/>
            <pc:sldMk cId="2666003908" sldId="362"/>
            <ac:spMk id="123" creationId="{00000000-0000-0000-0000-000000000000}"/>
          </ac:spMkLst>
        </pc:spChg>
        <pc:spChg chg="mod">
          <ac:chgData name="Dattila  Federico" userId="3fbddd6b-c98a-4780-9364-b5d8323ec50d" providerId="ADAL" clId="{18EE679E-41E9-4931-9DD6-7F62B1A6261A}" dt="2022-11-11T09:21:00.021" v="968" actId="2711"/>
          <ac:spMkLst>
            <pc:docMk/>
            <pc:sldMk cId="2666003908" sldId="362"/>
            <ac:spMk id="124" creationId="{00000000-0000-0000-0000-000000000000}"/>
          </ac:spMkLst>
        </pc:spChg>
      </pc:sldChg>
      <pc:sldChg chg="modSp mod modAnim">
        <pc:chgData name="Dattila  Federico" userId="3fbddd6b-c98a-4780-9364-b5d8323ec50d" providerId="ADAL" clId="{18EE679E-41E9-4931-9DD6-7F62B1A6261A}" dt="2022-11-13T09:08:11.685" v="2545"/>
        <pc:sldMkLst>
          <pc:docMk/>
          <pc:sldMk cId="3491877896" sldId="363"/>
        </pc:sldMkLst>
        <pc:spChg chg="mod">
          <ac:chgData name="Dattila  Federico" userId="3fbddd6b-c98a-4780-9364-b5d8323ec50d" providerId="ADAL" clId="{18EE679E-41E9-4931-9DD6-7F62B1A6261A}" dt="2022-11-11T09:21:05.537" v="969" actId="2711"/>
          <ac:spMkLst>
            <pc:docMk/>
            <pc:sldMk cId="3491877896" sldId="363"/>
            <ac:spMk id="126" creationId="{00000000-0000-0000-0000-000000000000}"/>
          </ac:spMkLst>
        </pc:spChg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233494984" sldId="364"/>
        </pc:sldMkLst>
      </pc:sldChg>
      <pc:sldChg chg="addSp delSp modSp new mod">
        <pc:chgData name="Dattila  Federico" userId="3fbddd6b-c98a-4780-9364-b5d8323ec50d" providerId="ADAL" clId="{18EE679E-41E9-4931-9DD6-7F62B1A6261A}" dt="2022-11-11T09:46:56.843" v="1714" actId="1076"/>
        <pc:sldMkLst>
          <pc:docMk/>
          <pc:sldMk cId="1678568122" sldId="364"/>
        </pc:sldMkLst>
        <pc:spChg chg="del">
          <ac:chgData name="Dattila  Federico" userId="3fbddd6b-c98a-4780-9364-b5d8323ec50d" providerId="ADAL" clId="{18EE679E-41E9-4931-9DD6-7F62B1A6261A}" dt="2022-11-11T09:41:49.792" v="1580" actId="478"/>
          <ac:spMkLst>
            <pc:docMk/>
            <pc:sldMk cId="1678568122" sldId="364"/>
            <ac:spMk id="2" creationId="{7EEDA7A5-98F7-209A-6B08-4A355F97F535}"/>
          </ac:spMkLst>
        </pc:spChg>
        <pc:spChg chg="del">
          <ac:chgData name="Dattila  Federico" userId="3fbddd6b-c98a-4780-9364-b5d8323ec50d" providerId="ADAL" clId="{18EE679E-41E9-4931-9DD6-7F62B1A6261A}" dt="2022-11-11T09:41:50.842" v="1581" actId="478"/>
          <ac:spMkLst>
            <pc:docMk/>
            <pc:sldMk cId="1678568122" sldId="364"/>
            <ac:spMk id="3" creationId="{27CEF0D0-CB77-87E2-625A-5360A21338E3}"/>
          </ac:spMkLst>
        </pc:spChg>
        <pc:spChg chg="add del mod">
          <ac:chgData name="Dattila  Federico" userId="3fbddd6b-c98a-4780-9364-b5d8323ec50d" providerId="ADAL" clId="{18EE679E-41E9-4931-9DD6-7F62B1A6261A}" dt="2022-11-11T09:45:18.581" v="1702" actId="478"/>
          <ac:spMkLst>
            <pc:docMk/>
            <pc:sldMk cId="1678568122" sldId="364"/>
            <ac:spMk id="9" creationId="{4D521D36-4288-DDD5-47ED-D7679EB64DF6}"/>
          </ac:spMkLst>
        </pc:spChg>
        <pc:picChg chg="add mod modCrop">
          <ac:chgData name="Dattila  Federico" userId="3fbddd6b-c98a-4780-9364-b5d8323ec50d" providerId="ADAL" clId="{18EE679E-41E9-4931-9DD6-7F62B1A6261A}" dt="2022-11-11T09:43:08.300" v="1593" actId="732"/>
          <ac:picMkLst>
            <pc:docMk/>
            <pc:sldMk cId="1678568122" sldId="364"/>
            <ac:picMk id="5" creationId="{89BF8FE1-1A74-B151-313C-D0D88B5C85BD}"/>
          </ac:picMkLst>
        </pc:picChg>
        <pc:picChg chg="add mod">
          <ac:chgData name="Dattila  Federico" userId="3fbddd6b-c98a-4780-9364-b5d8323ec50d" providerId="ADAL" clId="{18EE679E-41E9-4931-9DD6-7F62B1A6261A}" dt="2022-11-11T09:46:39.913" v="1707" actId="1038"/>
          <ac:picMkLst>
            <pc:docMk/>
            <pc:sldMk cId="1678568122" sldId="364"/>
            <ac:picMk id="6" creationId="{D72D90E4-ED07-DA34-EF63-93318C5E375A}"/>
          </ac:picMkLst>
        </pc:picChg>
        <pc:picChg chg="add mod">
          <ac:chgData name="Dattila  Federico" userId="3fbddd6b-c98a-4780-9364-b5d8323ec50d" providerId="ADAL" clId="{18EE679E-41E9-4931-9DD6-7F62B1A6261A}" dt="2022-11-11T09:44:43.883" v="1619" actId="1035"/>
          <ac:picMkLst>
            <pc:docMk/>
            <pc:sldMk cId="1678568122" sldId="364"/>
            <ac:picMk id="8" creationId="{79A554D1-9E3D-2CA1-E2D9-A9D6C35FBE7A}"/>
          </ac:picMkLst>
        </pc:picChg>
        <pc:picChg chg="add mod">
          <ac:chgData name="Dattila  Federico" userId="3fbddd6b-c98a-4780-9364-b5d8323ec50d" providerId="ADAL" clId="{18EE679E-41E9-4931-9DD6-7F62B1A6261A}" dt="2022-11-11T09:46:56.843" v="1714" actId="1076"/>
          <ac:picMkLst>
            <pc:docMk/>
            <pc:sldMk cId="1678568122" sldId="364"/>
            <ac:picMk id="10" creationId="{75D5BEC7-039D-6E3A-75C2-04CD9316196A}"/>
          </ac:picMkLst>
        </pc:picChg>
      </pc:sldChg>
      <pc:sldChg chg="del">
        <pc:chgData name="Dattila  Federico" userId="3fbddd6b-c98a-4780-9364-b5d8323ec50d" providerId="ADAL" clId="{18EE679E-41E9-4931-9DD6-7F62B1A6261A}" dt="2022-11-11T09:19:06.414" v="843" actId="47"/>
        <pc:sldMkLst>
          <pc:docMk/>
          <pc:sldMk cId="932882912" sldId="365"/>
        </pc:sldMkLst>
      </pc:sldChg>
      <pc:sldChg chg="addSp delSp modSp new mod delAnim modAnim">
        <pc:chgData name="Dattila  Federico" userId="3fbddd6b-c98a-4780-9364-b5d8323ec50d" providerId="ADAL" clId="{18EE679E-41E9-4931-9DD6-7F62B1A6261A}" dt="2022-11-13T11:03:31.728" v="2627"/>
        <pc:sldMkLst>
          <pc:docMk/>
          <pc:sldMk cId="1178301773" sldId="365"/>
        </pc:sldMkLst>
        <pc:spChg chg="del">
          <ac:chgData name="Dattila  Federico" userId="3fbddd6b-c98a-4780-9364-b5d8323ec50d" providerId="ADAL" clId="{18EE679E-41E9-4931-9DD6-7F62B1A6261A}" dt="2022-11-11T09:47:05.773" v="1716" actId="478"/>
          <ac:spMkLst>
            <pc:docMk/>
            <pc:sldMk cId="1178301773" sldId="365"/>
            <ac:spMk id="2" creationId="{681D756F-70C9-E7A2-F1A4-1D9B8C081413}"/>
          </ac:spMkLst>
        </pc:spChg>
        <pc:spChg chg="del">
          <ac:chgData name="Dattila  Federico" userId="3fbddd6b-c98a-4780-9364-b5d8323ec50d" providerId="ADAL" clId="{18EE679E-41E9-4931-9DD6-7F62B1A6261A}" dt="2022-11-11T09:47:06.963" v="1717" actId="478"/>
          <ac:spMkLst>
            <pc:docMk/>
            <pc:sldMk cId="1178301773" sldId="365"/>
            <ac:spMk id="3" creationId="{3DDBA3AB-9895-6018-D0AB-0F1CF75690CC}"/>
          </ac:spMkLst>
        </pc:spChg>
        <pc:spChg chg="add mod">
          <ac:chgData name="Dattila  Federico" userId="3fbddd6b-c98a-4780-9364-b5d8323ec50d" providerId="ADAL" clId="{18EE679E-41E9-4931-9DD6-7F62B1A6261A}" dt="2022-11-11T09:51:29.638" v="2036" actId="404"/>
          <ac:spMkLst>
            <pc:docMk/>
            <pc:sldMk cId="1178301773" sldId="365"/>
            <ac:spMk id="10" creationId="{D5EC3236-1AF1-036D-BDA9-7C4299D10EC9}"/>
          </ac:spMkLst>
        </pc:spChg>
        <pc:spChg chg="add mod">
          <ac:chgData name="Dattila  Federico" userId="3fbddd6b-c98a-4780-9364-b5d8323ec50d" providerId="ADAL" clId="{18EE679E-41E9-4931-9DD6-7F62B1A6261A}" dt="2022-11-13T09:09:36.588" v="2548" actId="20577"/>
          <ac:spMkLst>
            <pc:docMk/>
            <pc:sldMk cId="1178301773" sldId="365"/>
            <ac:spMk id="11" creationId="{D9FED98C-5C73-B2F3-8929-ECED233DA1C7}"/>
          </ac:spMkLst>
        </pc:spChg>
        <pc:spChg chg="add mod">
          <ac:chgData name="Dattila  Federico" userId="3fbddd6b-c98a-4780-9364-b5d8323ec50d" providerId="ADAL" clId="{18EE679E-41E9-4931-9DD6-7F62B1A6261A}" dt="2022-11-11T09:51:29.638" v="2036" actId="404"/>
          <ac:spMkLst>
            <pc:docMk/>
            <pc:sldMk cId="1178301773" sldId="365"/>
            <ac:spMk id="12" creationId="{147CF1BF-5594-A0D5-D4DD-EE1D6B1F01C1}"/>
          </ac:spMkLst>
        </pc:spChg>
        <pc:spChg chg="add mod">
          <ac:chgData name="Dattila  Federico" userId="3fbddd6b-c98a-4780-9364-b5d8323ec50d" providerId="ADAL" clId="{18EE679E-41E9-4931-9DD6-7F62B1A6261A}" dt="2022-11-13T09:09:41.110" v="2550" actId="20577"/>
          <ac:spMkLst>
            <pc:docMk/>
            <pc:sldMk cId="1178301773" sldId="365"/>
            <ac:spMk id="13" creationId="{ADAB539E-18A2-D39D-175F-94B192F63C4E}"/>
          </ac:spMkLst>
        </pc:spChg>
        <pc:spChg chg="add mod">
          <ac:chgData name="Dattila  Federico" userId="3fbddd6b-c98a-4780-9364-b5d8323ec50d" providerId="ADAL" clId="{18EE679E-41E9-4931-9DD6-7F62B1A6261A}" dt="2022-11-13T09:09:43.521" v="2552" actId="20577"/>
          <ac:spMkLst>
            <pc:docMk/>
            <pc:sldMk cId="1178301773" sldId="365"/>
            <ac:spMk id="14" creationId="{8652BF97-302F-BD33-D092-00C827BF2E07}"/>
          </ac:spMkLst>
        </pc:spChg>
        <pc:spChg chg="add mod">
          <ac:chgData name="Dattila  Federico" userId="3fbddd6b-c98a-4780-9364-b5d8323ec50d" providerId="ADAL" clId="{18EE679E-41E9-4931-9DD6-7F62B1A6261A}" dt="2022-11-11T09:54:08.346" v="2162" actId="20577"/>
          <ac:spMkLst>
            <pc:docMk/>
            <pc:sldMk cId="1178301773" sldId="365"/>
            <ac:spMk id="15" creationId="{0503460B-B7D4-54F9-5398-C1F432375695}"/>
          </ac:spMkLst>
        </pc:spChg>
        <pc:spChg chg="add mod">
          <ac:chgData name="Dattila  Federico" userId="3fbddd6b-c98a-4780-9364-b5d8323ec50d" providerId="ADAL" clId="{18EE679E-41E9-4931-9DD6-7F62B1A6261A}" dt="2022-11-11T09:48:17.620" v="1735" actId="20577"/>
          <ac:spMkLst>
            <pc:docMk/>
            <pc:sldMk cId="1178301773" sldId="365"/>
            <ac:spMk id="16" creationId="{C3C4B75F-E07B-74CD-675D-AC022CF9901F}"/>
          </ac:spMkLst>
        </pc:spChg>
        <pc:spChg chg="add mod">
          <ac:chgData name="Dattila  Federico" userId="3fbddd6b-c98a-4780-9364-b5d8323ec50d" providerId="ADAL" clId="{18EE679E-41E9-4931-9DD6-7F62B1A6261A}" dt="2022-11-11T09:51:29.638" v="2036" actId="404"/>
          <ac:spMkLst>
            <pc:docMk/>
            <pc:sldMk cId="1178301773" sldId="365"/>
            <ac:spMk id="17" creationId="{B9FD2EDD-743A-1573-F4B0-663FC1A032FA}"/>
          </ac:spMkLst>
        </pc:spChg>
        <pc:spChg chg="add mod">
          <ac:chgData name="Dattila  Federico" userId="3fbddd6b-c98a-4780-9364-b5d8323ec50d" providerId="ADAL" clId="{18EE679E-41E9-4931-9DD6-7F62B1A6261A}" dt="2022-11-11T09:51:29.638" v="2036" actId="404"/>
          <ac:spMkLst>
            <pc:docMk/>
            <pc:sldMk cId="1178301773" sldId="365"/>
            <ac:spMk id="18" creationId="{DCEBB8ED-4A62-33AD-CE4F-020D3D1F09CA}"/>
          </ac:spMkLst>
        </pc:spChg>
        <pc:spChg chg="add mod">
          <ac:chgData name="Dattila  Federico" userId="3fbddd6b-c98a-4780-9364-b5d8323ec50d" providerId="ADAL" clId="{18EE679E-41E9-4931-9DD6-7F62B1A6261A}" dt="2022-11-11T09:51:29.638" v="2036" actId="404"/>
          <ac:spMkLst>
            <pc:docMk/>
            <pc:sldMk cId="1178301773" sldId="365"/>
            <ac:spMk id="19" creationId="{5D02EFE2-D94D-57A1-2D58-FBE61AC771DB}"/>
          </ac:spMkLst>
        </pc:spChg>
        <pc:spChg chg="add mod">
          <ac:chgData name="Dattila  Federico" userId="3fbddd6b-c98a-4780-9364-b5d8323ec50d" providerId="ADAL" clId="{18EE679E-41E9-4931-9DD6-7F62B1A6261A}" dt="2022-11-11T09:51:29.638" v="2036" actId="404"/>
          <ac:spMkLst>
            <pc:docMk/>
            <pc:sldMk cId="1178301773" sldId="365"/>
            <ac:spMk id="20" creationId="{99BC8C31-F5A9-D15F-D6B3-A1794837BA84}"/>
          </ac:spMkLst>
        </pc:spChg>
        <pc:spChg chg="add mod">
          <ac:chgData name="Dattila  Federico" userId="3fbddd6b-c98a-4780-9364-b5d8323ec50d" providerId="ADAL" clId="{18EE679E-41E9-4931-9DD6-7F62B1A6261A}" dt="2022-11-11T09:51:29.638" v="2036" actId="404"/>
          <ac:spMkLst>
            <pc:docMk/>
            <pc:sldMk cId="1178301773" sldId="365"/>
            <ac:spMk id="21" creationId="{ECB99356-2394-CF31-9FA1-8E54F397F096}"/>
          </ac:spMkLst>
        </pc:spChg>
        <pc:spChg chg="add mod">
          <ac:chgData name="Dattila  Federico" userId="3fbddd6b-c98a-4780-9364-b5d8323ec50d" providerId="ADAL" clId="{18EE679E-41E9-4931-9DD6-7F62B1A6261A}" dt="2022-11-13T11:03:31.728" v="2627"/>
          <ac:spMkLst>
            <pc:docMk/>
            <pc:sldMk cId="1178301773" sldId="365"/>
            <ac:spMk id="22" creationId="{2B18EA2B-1B43-ABCB-F038-F8A8A54C344E}"/>
          </ac:spMkLst>
        </pc:spChg>
        <pc:spChg chg="add mod">
          <ac:chgData name="Dattila  Federico" userId="3fbddd6b-c98a-4780-9364-b5d8323ec50d" providerId="ADAL" clId="{18EE679E-41E9-4931-9DD6-7F62B1A6261A}" dt="2022-11-11T09:58:25.444" v="2381" actId="20577"/>
          <ac:spMkLst>
            <pc:docMk/>
            <pc:sldMk cId="1178301773" sldId="365"/>
            <ac:spMk id="23" creationId="{DFA65DC4-60A1-A2DF-A958-3CBFFA96C274}"/>
          </ac:spMkLst>
        </pc:spChg>
        <pc:spChg chg="add mod">
          <ac:chgData name="Dattila  Federico" userId="3fbddd6b-c98a-4780-9364-b5d8323ec50d" providerId="ADAL" clId="{18EE679E-41E9-4931-9DD6-7F62B1A6261A}" dt="2022-11-11T10:04:50.264" v="2446" actId="20577"/>
          <ac:spMkLst>
            <pc:docMk/>
            <pc:sldMk cId="1178301773" sldId="365"/>
            <ac:spMk id="24" creationId="{B8B0096C-1B3D-981E-B18F-146BC56DF28F}"/>
          </ac:spMkLst>
        </pc:spChg>
        <pc:spChg chg="add mod">
          <ac:chgData name="Dattila  Federico" userId="3fbddd6b-c98a-4780-9364-b5d8323ec50d" providerId="ADAL" clId="{18EE679E-41E9-4931-9DD6-7F62B1A6261A}" dt="2022-11-11T09:58:29.788" v="2385" actId="20577"/>
          <ac:spMkLst>
            <pc:docMk/>
            <pc:sldMk cId="1178301773" sldId="365"/>
            <ac:spMk id="25" creationId="{236512C3-3403-5BAF-F5D6-7F12248C70D2}"/>
          </ac:spMkLst>
        </pc:spChg>
        <pc:spChg chg="add mod">
          <ac:chgData name="Dattila  Federico" userId="3fbddd6b-c98a-4780-9364-b5d8323ec50d" providerId="ADAL" clId="{18EE679E-41E9-4931-9DD6-7F62B1A6261A}" dt="2022-11-11T09:58:31.737" v="2387" actId="20577"/>
          <ac:spMkLst>
            <pc:docMk/>
            <pc:sldMk cId="1178301773" sldId="365"/>
            <ac:spMk id="26" creationId="{3C23B4B6-8416-74D3-9A45-5447C96F2546}"/>
          </ac:spMkLst>
        </pc:spChg>
        <pc:spChg chg="add del mod">
          <ac:chgData name="Dattila  Federico" userId="3fbddd6b-c98a-4780-9364-b5d8323ec50d" providerId="ADAL" clId="{18EE679E-41E9-4931-9DD6-7F62B1A6261A}" dt="2022-11-11T09:51:18.698" v="2034" actId="478"/>
          <ac:spMkLst>
            <pc:docMk/>
            <pc:sldMk cId="1178301773" sldId="365"/>
            <ac:spMk id="28" creationId="{64CA98DD-EBFE-B580-37DD-CA286BD00DEF}"/>
          </ac:spMkLst>
        </pc:spChg>
        <pc:spChg chg="add mod">
          <ac:chgData name="Dattila  Federico" userId="3fbddd6b-c98a-4780-9364-b5d8323ec50d" providerId="ADAL" clId="{18EE679E-41E9-4931-9DD6-7F62B1A6261A}" dt="2022-11-11T09:58:20.265" v="2377" actId="1037"/>
          <ac:spMkLst>
            <pc:docMk/>
            <pc:sldMk cId="1178301773" sldId="365"/>
            <ac:spMk id="36" creationId="{7DE7F212-20B5-D3FD-54E6-C0D8D9C5E899}"/>
          </ac:spMkLst>
        </pc:spChg>
        <pc:picChg chg="add del mod">
          <ac:chgData name="Dattila  Federico" userId="3fbddd6b-c98a-4780-9364-b5d8323ec50d" providerId="ADAL" clId="{18EE679E-41E9-4931-9DD6-7F62B1A6261A}" dt="2022-11-11T09:47:55.688" v="1719" actId="478"/>
          <ac:picMkLst>
            <pc:docMk/>
            <pc:sldMk cId="1178301773" sldId="365"/>
            <ac:picMk id="4" creationId="{F6FE7CC1-C81E-6BD7-1178-1163F7C33DB2}"/>
          </ac:picMkLst>
        </pc:picChg>
        <pc:picChg chg="add del mod">
          <ac:chgData name="Dattila  Federico" userId="3fbddd6b-c98a-4780-9364-b5d8323ec50d" providerId="ADAL" clId="{18EE679E-41E9-4931-9DD6-7F62B1A6261A}" dt="2022-11-11T09:47:58.065" v="1720" actId="478"/>
          <ac:picMkLst>
            <pc:docMk/>
            <pc:sldMk cId="1178301773" sldId="365"/>
            <ac:picMk id="5" creationId="{2CC5C8E5-419B-D8E1-0C3A-53CB3D61FED4}"/>
          </ac:picMkLst>
        </pc:picChg>
        <pc:picChg chg="add del mod">
          <ac:chgData name="Dattila  Federico" userId="3fbddd6b-c98a-4780-9364-b5d8323ec50d" providerId="ADAL" clId="{18EE679E-41E9-4931-9DD6-7F62B1A6261A}" dt="2022-11-11T09:54:39.217" v="2174" actId="478"/>
          <ac:picMkLst>
            <pc:docMk/>
            <pc:sldMk cId="1178301773" sldId="365"/>
            <ac:picMk id="6" creationId="{DE0E8A9E-BCFF-A616-169D-FA858E402B3C}"/>
          </ac:picMkLst>
        </pc:picChg>
        <pc:picChg chg="add del mod">
          <ac:chgData name="Dattila  Federico" userId="3fbddd6b-c98a-4780-9364-b5d8323ec50d" providerId="ADAL" clId="{18EE679E-41E9-4931-9DD6-7F62B1A6261A}" dt="2022-11-11T09:54:38.792" v="2173" actId="478"/>
          <ac:picMkLst>
            <pc:docMk/>
            <pc:sldMk cId="1178301773" sldId="365"/>
            <ac:picMk id="7" creationId="{4695D657-56B9-57C3-5AAB-C7C0E0C96698}"/>
          </ac:picMkLst>
        </pc:picChg>
        <pc:picChg chg="add del mod">
          <ac:chgData name="Dattila  Federico" userId="3fbddd6b-c98a-4780-9364-b5d8323ec50d" providerId="ADAL" clId="{18EE679E-41E9-4931-9DD6-7F62B1A6261A}" dt="2022-11-11T09:52:00.332" v="2043" actId="478"/>
          <ac:picMkLst>
            <pc:docMk/>
            <pc:sldMk cId="1178301773" sldId="365"/>
            <ac:picMk id="8" creationId="{E9A01FD7-2261-B859-D149-C13E509FF8D6}"/>
          </ac:picMkLst>
        </pc:picChg>
        <pc:picChg chg="add del mod">
          <ac:chgData name="Dattila  Federico" userId="3fbddd6b-c98a-4780-9364-b5d8323ec50d" providerId="ADAL" clId="{18EE679E-41E9-4931-9DD6-7F62B1A6261A}" dt="2022-11-11T09:52:03.866" v="2045" actId="478"/>
          <ac:picMkLst>
            <pc:docMk/>
            <pc:sldMk cId="1178301773" sldId="365"/>
            <ac:picMk id="9" creationId="{36E59DBD-20A7-6118-E048-68198B4883E8}"/>
          </ac:picMkLst>
        </pc:picChg>
        <pc:picChg chg="add del mod">
          <ac:chgData name="Dattila  Federico" userId="3fbddd6b-c98a-4780-9364-b5d8323ec50d" providerId="ADAL" clId="{18EE679E-41E9-4931-9DD6-7F62B1A6261A}" dt="2022-11-11T09:51:16.698" v="2033" actId="478"/>
          <ac:picMkLst>
            <pc:docMk/>
            <pc:sldMk cId="1178301773" sldId="365"/>
            <ac:picMk id="27" creationId="{1F294788-3721-67CA-A18D-5C6CE3CD5A2B}"/>
          </ac:picMkLst>
        </pc:picChg>
        <pc:picChg chg="add mod">
          <ac:chgData name="Dattila  Federico" userId="3fbddd6b-c98a-4780-9364-b5d8323ec50d" providerId="ADAL" clId="{18EE679E-41E9-4931-9DD6-7F62B1A6261A}" dt="2022-11-11T09:51:49.642" v="2040" actId="1076"/>
          <ac:picMkLst>
            <pc:docMk/>
            <pc:sldMk cId="1178301773" sldId="365"/>
            <ac:picMk id="29" creationId="{178FEC8D-3866-DFFF-78E4-B88B974EEDF2}"/>
          </ac:picMkLst>
        </pc:picChg>
        <pc:picChg chg="add mod">
          <ac:chgData name="Dattila  Federico" userId="3fbddd6b-c98a-4780-9364-b5d8323ec50d" providerId="ADAL" clId="{18EE679E-41E9-4931-9DD6-7F62B1A6261A}" dt="2022-11-11T09:52:02.847" v="2044" actId="1076"/>
          <ac:picMkLst>
            <pc:docMk/>
            <pc:sldMk cId="1178301773" sldId="365"/>
            <ac:picMk id="30" creationId="{4CD68EE3-A1A9-0D5F-BB24-38C3DCE6D3AD}"/>
          </ac:picMkLst>
        </pc:picChg>
        <pc:picChg chg="add mod">
          <ac:chgData name="Dattila  Federico" userId="3fbddd6b-c98a-4780-9364-b5d8323ec50d" providerId="ADAL" clId="{18EE679E-41E9-4931-9DD6-7F62B1A6261A}" dt="2022-11-11T09:53:28.502" v="2057" actId="1076"/>
          <ac:picMkLst>
            <pc:docMk/>
            <pc:sldMk cId="1178301773" sldId="365"/>
            <ac:picMk id="32" creationId="{91333314-3C79-F194-E705-86D432061888}"/>
          </ac:picMkLst>
        </pc:picChg>
        <pc:picChg chg="add mod">
          <ac:chgData name="Dattila  Federico" userId="3fbddd6b-c98a-4780-9364-b5d8323ec50d" providerId="ADAL" clId="{18EE679E-41E9-4931-9DD6-7F62B1A6261A}" dt="2022-11-11T09:54:36.956" v="2172" actId="1076"/>
          <ac:picMkLst>
            <pc:docMk/>
            <pc:sldMk cId="1178301773" sldId="365"/>
            <ac:picMk id="33" creationId="{6F0E31FE-D25D-36C9-7175-3BD9F8C6A225}"/>
          </ac:picMkLst>
        </pc:picChg>
        <pc:picChg chg="add mod">
          <ac:chgData name="Dattila  Federico" userId="3fbddd6b-c98a-4780-9364-b5d8323ec50d" providerId="ADAL" clId="{18EE679E-41E9-4931-9DD6-7F62B1A6261A}" dt="2022-11-11T09:54:48.517" v="2176" actId="1076"/>
          <ac:picMkLst>
            <pc:docMk/>
            <pc:sldMk cId="1178301773" sldId="365"/>
            <ac:picMk id="34" creationId="{661E04F8-7B21-55BD-F17F-A8F2B4C11994}"/>
          </ac:picMkLst>
        </pc:picChg>
        <pc:picChg chg="add mod">
          <ac:chgData name="Dattila  Federico" userId="3fbddd6b-c98a-4780-9364-b5d8323ec50d" providerId="ADAL" clId="{18EE679E-41E9-4931-9DD6-7F62B1A6261A}" dt="2022-11-11T09:54:59.284" v="2178" actId="1076"/>
          <ac:picMkLst>
            <pc:docMk/>
            <pc:sldMk cId="1178301773" sldId="365"/>
            <ac:picMk id="35" creationId="{58831A57-68C4-DE96-F9AC-CE2D24C912A9}"/>
          </ac:picMkLst>
        </pc:picChg>
      </pc:sldChg>
      <pc:sldChg chg="delSp new del mod">
        <pc:chgData name="Dattila  Federico" userId="3fbddd6b-c98a-4780-9364-b5d8323ec50d" providerId="ADAL" clId="{18EE679E-41E9-4931-9DD6-7F62B1A6261A}" dt="2022-11-11T09:18:37.285" v="815" actId="47"/>
        <pc:sldMkLst>
          <pc:docMk/>
          <pc:sldMk cId="382276172" sldId="366"/>
        </pc:sldMkLst>
        <pc:spChg chg="del">
          <ac:chgData name="Dattila  Federico" userId="3fbddd6b-c98a-4780-9364-b5d8323ec50d" providerId="ADAL" clId="{18EE679E-41E9-4931-9DD6-7F62B1A6261A}" dt="2022-11-11T09:12:11.060" v="687" actId="478"/>
          <ac:spMkLst>
            <pc:docMk/>
            <pc:sldMk cId="382276172" sldId="366"/>
            <ac:spMk id="2" creationId="{83C44C64-E112-2D31-6A68-3A9C5A899564}"/>
          </ac:spMkLst>
        </pc:spChg>
        <pc:spChg chg="del">
          <ac:chgData name="Dattila  Federico" userId="3fbddd6b-c98a-4780-9364-b5d8323ec50d" providerId="ADAL" clId="{18EE679E-41E9-4931-9DD6-7F62B1A6261A}" dt="2022-11-11T09:12:12.051" v="688" actId="478"/>
          <ac:spMkLst>
            <pc:docMk/>
            <pc:sldMk cId="382276172" sldId="366"/>
            <ac:spMk id="3" creationId="{D4E598F9-A544-6737-BD9F-B3F053AB06C6}"/>
          </ac:spMkLst>
        </pc:spChg>
      </pc:sldChg>
      <pc:sldChg chg="delSp modSp add mod setBg">
        <pc:chgData name="Dattila  Federico" userId="3fbddd6b-c98a-4780-9364-b5d8323ec50d" providerId="ADAL" clId="{18EE679E-41E9-4931-9DD6-7F62B1A6261A}" dt="2022-11-11T09:50:59.917" v="2014" actId="20577"/>
        <pc:sldMkLst>
          <pc:docMk/>
          <pc:sldMk cId="3975943769" sldId="366"/>
        </pc:sldMkLst>
        <pc:spChg chg="del">
          <ac:chgData name="Dattila  Federico" userId="3fbddd6b-c98a-4780-9364-b5d8323ec50d" providerId="ADAL" clId="{18EE679E-41E9-4931-9DD6-7F62B1A6261A}" dt="2022-11-11T09:48:29.525" v="1737" actId="478"/>
          <ac:spMkLst>
            <pc:docMk/>
            <pc:sldMk cId="3975943769" sldId="366"/>
            <ac:spMk id="7" creationId="{09495CBD-24A4-452D-97B2-D96D38B4BC8A}"/>
          </ac:spMkLst>
        </pc:spChg>
        <pc:spChg chg="del">
          <ac:chgData name="Dattila  Federico" userId="3fbddd6b-c98a-4780-9364-b5d8323ec50d" providerId="ADAL" clId="{18EE679E-41E9-4931-9DD6-7F62B1A6261A}" dt="2022-11-11T09:48:45.116" v="1785" actId="478"/>
          <ac:spMkLst>
            <pc:docMk/>
            <pc:sldMk cId="3975943769" sldId="366"/>
            <ac:spMk id="9" creationId="{0E91CB7C-6CAE-460B-8B21-F46E73BF512A}"/>
          </ac:spMkLst>
        </pc:spChg>
        <pc:spChg chg="del">
          <ac:chgData name="Dattila  Federico" userId="3fbddd6b-c98a-4780-9364-b5d8323ec50d" providerId="ADAL" clId="{18EE679E-41E9-4931-9DD6-7F62B1A6261A}" dt="2022-11-11T09:48:31.183" v="1738" actId="478"/>
          <ac:spMkLst>
            <pc:docMk/>
            <pc:sldMk cId="3975943769" sldId="366"/>
            <ac:spMk id="11" creationId="{D8C5D695-6B19-4B2A-9BA8-9F08914CFBD8}"/>
          </ac:spMkLst>
        </pc:spChg>
        <pc:spChg chg="mod">
          <ac:chgData name="Dattila  Federico" userId="3fbddd6b-c98a-4780-9364-b5d8323ec50d" providerId="ADAL" clId="{18EE679E-41E9-4931-9DD6-7F62B1A6261A}" dt="2022-11-11T09:50:59.917" v="2014" actId="20577"/>
          <ac:spMkLst>
            <pc:docMk/>
            <pc:sldMk cId="3975943769" sldId="366"/>
            <ac:spMk id="15" creationId="{F0F9B711-3D18-F05F-84AA-236A571E2CAA}"/>
          </ac:spMkLst>
        </pc:spChg>
        <pc:spChg chg="del">
          <ac:chgData name="Dattila  Federico" userId="3fbddd6b-c98a-4780-9364-b5d8323ec50d" providerId="ADAL" clId="{18EE679E-41E9-4931-9DD6-7F62B1A6261A}" dt="2022-11-11T09:48:31.183" v="1738" actId="478"/>
          <ac:spMkLst>
            <pc:docMk/>
            <pc:sldMk cId="3975943769" sldId="366"/>
            <ac:spMk id="86" creationId="{00000000-0000-0000-0000-000000000000}"/>
          </ac:spMkLst>
        </pc:spChg>
        <pc:picChg chg="del">
          <ac:chgData name="Dattila  Federico" userId="3fbddd6b-c98a-4780-9364-b5d8323ec50d" providerId="ADAL" clId="{18EE679E-41E9-4931-9DD6-7F62B1A6261A}" dt="2022-11-11T09:48:32.275" v="1739" actId="478"/>
          <ac:picMkLst>
            <pc:docMk/>
            <pc:sldMk cId="3975943769" sldId="366"/>
            <ac:picMk id="3" creationId="{55BF6060-05E4-5B8D-4DA9-23F76D4EC043}"/>
          </ac:picMkLst>
        </pc:picChg>
        <pc:picChg chg="del">
          <ac:chgData name="Dattila  Federico" userId="3fbddd6b-c98a-4780-9364-b5d8323ec50d" providerId="ADAL" clId="{18EE679E-41E9-4931-9DD6-7F62B1A6261A}" dt="2022-11-11T09:48:33.697" v="1742" actId="478"/>
          <ac:picMkLst>
            <pc:docMk/>
            <pc:sldMk cId="3975943769" sldId="366"/>
            <ac:picMk id="4" creationId="{8B713EA7-6212-704E-713E-E42D09B0E04B}"/>
          </ac:picMkLst>
        </pc:picChg>
        <pc:picChg chg="del">
          <ac:chgData name="Dattila  Federico" userId="3fbddd6b-c98a-4780-9364-b5d8323ec50d" providerId="ADAL" clId="{18EE679E-41E9-4931-9DD6-7F62B1A6261A}" dt="2022-11-11T09:48:33.281" v="1741" actId="478"/>
          <ac:picMkLst>
            <pc:docMk/>
            <pc:sldMk cId="3975943769" sldId="366"/>
            <ac:picMk id="5" creationId="{11033C81-6BCD-F82F-816B-907921B59BCC}"/>
          </ac:picMkLst>
        </pc:picChg>
        <pc:picChg chg="del">
          <ac:chgData name="Dattila  Federico" userId="3fbddd6b-c98a-4780-9364-b5d8323ec50d" providerId="ADAL" clId="{18EE679E-41E9-4931-9DD6-7F62B1A6261A}" dt="2022-11-11T09:48:32.795" v="1740" actId="478"/>
          <ac:picMkLst>
            <pc:docMk/>
            <pc:sldMk cId="3975943769" sldId="366"/>
            <ac:picMk id="13" creationId="{F777CB90-DFF1-033B-E16B-010AA6667ED1}"/>
          </ac:picMkLst>
        </pc:picChg>
        <pc:picChg chg="del">
          <ac:chgData name="Dattila  Federico" userId="3fbddd6b-c98a-4780-9364-b5d8323ec50d" providerId="ADAL" clId="{18EE679E-41E9-4931-9DD6-7F62B1A6261A}" dt="2022-11-11T09:48:31.183" v="1738" actId="478"/>
          <ac:picMkLst>
            <pc:docMk/>
            <pc:sldMk cId="3975943769" sldId="366"/>
            <ac:picMk id="16" creationId="{7C402FF9-8E72-8FD8-82FB-54469E465977}"/>
          </ac:picMkLst>
        </pc:picChg>
        <pc:picChg chg="del">
          <ac:chgData name="Dattila  Federico" userId="3fbddd6b-c98a-4780-9364-b5d8323ec50d" providerId="ADAL" clId="{18EE679E-41E9-4931-9DD6-7F62B1A6261A}" dt="2022-11-11T09:48:31.183" v="1738" actId="478"/>
          <ac:picMkLst>
            <pc:docMk/>
            <pc:sldMk cId="3975943769" sldId="366"/>
            <ac:picMk id="85" creationId="{00000000-0000-0000-0000-000000000000}"/>
          </ac:picMkLst>
        </pc:picChg>
        <pc:picChg chg="del">
          <ac:chgData name="Dattila  Federico" userId="3fbddd6b-c98a-4780-9364-b5d8323ec50d" providerId="ADAL" clId="{18EE679E-41E9-4931-9DD6-7F62B1A6261A}" dt="2022-11-11T09:48:31.183" v="1738" actId="478"/>
          <ac:picMkLst>
            <pc:docMk/>
            <pc:sldMk cId="3975943769" sldId="366"/>
            <ac:picMk id="1026" creationId="{FD6E59A3-9B78-47CB-8AC2-675990EF3D4D}"/>
          </ac:picMkLst>
        </pc:picChg>
      </pc:sldChg>
      <pc:sldChg chg="addSp delSp modSp add mod">
        <pc:chgData name="Dattila  Federico" userId="3fbddd6b-c98a-4780-9364-b5d8323ec50d" providerId="ADAL" clId="{18EE679E-41E9-4931-9DD6-7F62B1A6261A}" dt="2022-11-13T11:03:21.578" v="2626" actId="20577"/>
        <pc:sldMkLst>
          <pc:docMk/>
          <pc:sldMk cId="1908972765" sldId="367"/>
        </pc:sldMkLst>
        <pc:spChg chg="add del mod">
          <ac:chgData name="Dattila  Federico" userId="3fbddd6b-c98a-4780-9364-b5d8323ec50d" providerId="ADAL" clId="{18EE679E-41E9-4931-9DD6-7F62B1A6261A}" dt="2022-11-11T10:00:24.081" v="2393" actId="478"/>
          <ac:spMkLst>
            <pc:docMk/>
            <pc:sldMk cId="1908972765" sldId="367"/>
            <ac:spMk id="2" creationId="{BE94DA54-0EDF-903E-C151-5AA468164305}"/>
          </ac:spMkLst>
        </pc:spChg>
        <pc:spChg chg="mod">
          <ac:chgData name="Dattila  Federico" userId="3fbddd6b-c98a-4780-9364-b5d8323ec50d" providerId="ADAL" clId="{18EE679E-41E9-4931-9DD6-7F62B1A6261A}" dt="2022-11-13T09:10:27.636" v="2560" actId="20577"/>
          <ac:spMkLst>
            <pc:docMk/>
            <pc:sldMk cId="1908972765" sldId="367"/>
            <ac:spMk id="10" creationId="{D5EC3236-1AF1-036D-BDA9-7C4299D10EC9}"/>
          </ac:spMkLst>
        </pc:spChg>
        <pc:spChg chg="mod">
          <ac:chgData name="Dattila  Federico" userId="3fbddd6b-c98a-4780-9364-b5d8323ec50d" providerId="ADAL" clId="{18EE679E-41E9-4931-9DD6-7F62B1A6261A}" dt="2022-11-13T09:10:14.188" v="2556" actId="20577"/>
          <ac:spMkLst>
            <pc:docMk/>
            <pc:sldMk cId="1908972765" sldId="367"/>
            <ac:spMk id="11" creationId="{D9FED98C-5C73-B2F3-8929-ECED233DA1C7}"/>
          </ac:spMkLst>
        </pc:spChg>
        <pc:spChg chg="mod">
          <ac:chgData name="Dattila  Federico" userId="3fbddd6b-c98a-4780-9364-b5d8323ec50d" providerId="ADAL" clId="{18EE679E-41E9-4931-9DD6-7F62B1A6261A}" dt="2022-11-13T09:10:23.918" v="2558" actId="20577"/>
          <ac:spMkLst>
            <pc:docMk/>
            <pc:sldMk cId="1908972765" sldId="367"/>
            <ac:spMk id="13" creationId="{ADAB539E-18A2-D39D-175F-94B192F63C4E}"/>
          </ac:spMkLst>
        </pc:spChg>
        <pc:spChg chg="mod">
          <ac:chgData name="Dattila  Federico" userId="3fbddd6b-c98a-4780-9364-b5d8323ec50d" providerId="ADAL" clId="{18EE679E-41E9-4931-9DD6-7F62B1A6261A}" dt="2022-11-13T09:10:06.540" v="2554" actId="20577"/>
          <ac:spMkLst>
            <pc:docMk/>
            <pc:sldMk cId="1908972765" sldId="367"/>
            <ac:spMk id="14" creationId="{8652BF97-302F-BD33-D092-00C827BF2E07}"/>
          </ac:spMkLst>
        </pc:spChg>
        <pc:spChg chg="mod">
          <ac:chgData name="Dattila  Federico" userId="3fbddd6b-c98a-4780-9364-b5d8323ec50d" providerId="ADAL" clId="{18EE679E-41E9-4931-9DD6-7F62B1A6261A}" dt="2022-11-11T10:00:45.674" v="2435" actId="207"/>
          <ac:spMkLst>
            <pc:docMk/>
            <pc:sldMk cId="1908972765" sldId="367"/>
            <ac:spMk id="16" creationId="{C3C4B75F-E07B-74CD-675D-AC022CF9901F}"/>
          </ac:spMkLst>
        </pc:spChg>
        <pc:spChg chg="mod">
          <ac:chgData name="Dattila  Federico" userId="3fbddd6b-c98a-4780-9364-b5d8323ec50d" providerId="ADAL" clId="{18EE679E-41E9-4931-9DD6-7F62B1A6261A}" dt="2022-11-13T11:03:21.578" v="2626" actId="20577"/>
          <ac:spMkLst>
            <pc:docMk/>
            <pc:sldMk cId="1908972765" sldId="367"/>
            <ac:spMk id="22" creationId="{2B18EA2B-1B43-ABCB-F038-F8A8A54C344E}"/>
          </ac:spMkLst>
        </pc:spChg>
        <pc:spChg chg="mod">
          <ac:chgData name="Dattila  Federico" userId="3fbddd6b-c98a-4780-9364-b5d8323ec50d" providerId="ADAL" clId="{18EE679E-41E9-4931-9DD6-7F62B1A6261A}" dt="2022-11-11T10:04:45.437" v="2444" actId="20577"/>
          <ac:spMkLst>
            <pc:docMk/>
            <pc:sldMk cId="1908972765" sldId="367"/>
            <ac:spMk id="24" creationId="{B8B0096C-1B3D-981E-B18F-146BC56DF28F}"/>
          </ac:spMkLst>
        </pc:spChg>
      </pc:sldChg>
      <pc:sldMasterChg chg="del delSldLayout">
        <pc:chgData name="Dattila  Federico" userId="3fbddd6b-c98a-4780-9364-b5d8323ec50d" providerId="ADAL" clId="{18EE679E-41E9-4931-9DD6-7F62B1A6261A}" dt="2022-11-11T09:19:06.414" v="843" actId="47"/>
        <pc:sldMasterMkLst>
          <pc:docMk/>
          <pc:sldMasterMk cId="2717403484" sldId="2147483648"/>
        </pc:sldMasterMkLst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1195458567" sldId="2147483649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3997311202" sldId="2147483650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744838985" sldId="2147483651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2920962358" sldId="2147483652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817556675" sldId="2147483653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3861523059" sldId="2147483654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2939237792" sldId="2147483655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3541859866" sldId="2147483656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63937081" sldId="2147483657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4210230871" sldId="2147483658"/>
          </pc:sldLayoutMkLst>
        </pc:sldLayoutChg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2717403484" sldId="2147483648"/>
            <pc:sldLayoutMk cId="2048673085" sldId="2147483659"/>
          </pc:sldLayoutMkLst>
        </pc:sldLayoutChg>
      </pc:sldMasterChg>
      <pc:sldMasterChg chg="delSldLayout">
        <pc:chgData name="Dattila  Federico" userId="3fbddd6b-c98a-4780-9364-b5d8323ec50d" providerId="ADAL" clId="{18EE679E-41E9-4931-9DD6-7F62B1A6261A}" dt="2022-11-11T09:19:06.414" v="843" actId="47"/>
        <pc:sldMasterMkLst>
          <pc:docMk/>
          <pc:sldMasterMk cId="3895028970" sldId="2147483661"/>
        </pc:sldMasterMkLst>
        <pc:sldLayoutChg chg="del">
          <pc:chgData name="Dattila  Federico" userId="3fbddd6b-c98a-4780-9364-b5d8323ec50d" providerId="ADAL" clId="{18EE679E-41E9-4931-9DD6-7F62B1A6261A}" dt="2022-11-11T09:19:06.414" v="843" actId="47"/>
          <pc:sldLayoutMkLst>
            <pc:docMk/>
            <pc:sldMasterMk cId="3895028970" sldId="2147483661"/>
            <pc:sldLayoutMk cId="471800923" sldId="2147483674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A4328-0D54-438C-82C2-1E6179B87293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238268-AC85-4514-86E2-D5622E0EB1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710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0639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5218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7287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2257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</p:spTree>
    <p:extLst>
      <p:ext uri="{BB962C8B-B14F-4D97-AF65-F5344CB8AC3E}">
        <p14:creationId xmlns:p14="http://schemas.microsoft.com/office/powerpoint/2010/main" val="12834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320" y="273237"/>
            <a:ext cx="10971656" cy="5308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0669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09319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3224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688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3097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320" y="3681685"/>
            <a:ext cx="10971656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1337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320" y="3681685"/>
            <a:ext cx="10971656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4774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231688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09319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20373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7" name="Imagen 36"/>
          <p:cNvPicPr/>
          <p:nvPr/>
        </p:nvPicPr>
        <p:blipFill>
          <a:blip r:embed="rId2"/>
          <a:stretch/>
        </p:blipFill>
        <p:spPr>
          <a:xfrm>
            <a:off x="2770026" y="1604494"/>
            <a:ext cx="6649806" cy="3976794"/>
          </a:xfrm>
          <a:prstGeom prst="rect">
            <a:avLst/>
          </a:prstGeom>
          <a:ln>
            <a:noFill/>
          </a:ln>
        </p:spPr>
      </p:pic>
      <p:pic>
        <p:nvPicPr>
          <p:cNvPr id="38" name="Imagen 37"/>
          <p:cNvPicPr/>
          <p:nvPr/>
        </p:nvPicPr>
        <p:blipFill>
          <a:blip r:embed="rId2"/>
          <a:stretch/>
        </p:blipFill>
        <p:spPr>
          <a:xfrm>
            <a:off x="2770026" y="1604494"/>
            <a:ext cx="6649806" cy="397679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93745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167" indent="0" algn="ctr">
              <a:buNone/>
              <a:defRPr sz="1999"/>
            </a:lvl2pPr>
            <a:lvl3pPr marL="914335" indent="0" algn="ctr">
              <a:buNone/>
              <a:defRPr sz="1800"/>
            </a:lvl3pPr>
            <a:lvl4pPr marL="1371501" indent="0" algn="ctr">
              <a:buNone/>
              <a:defRPr sz="1600"/>
            </a:lvl4pPr>
            <a:lvl5pPr marL="1828669" indent="0" algn="ctr">
              <a:buNone/>
              <a:defRPr sz="1600"/>
            </a:lvl5pPr>
            <a:lvl6pPr marL="2285836" indent="0" algn="ctr">
              <a:buNone/>
              <a:defRPr sz="1600"/>
            </a:lvl6pPr>
            <a:lvl7pPr marL="2743004" indent="0" algn="ctr">
              <a:buNone/>
              <a:defRPr sz="1600"/>
            </a:lvl7pPr>
            <a:lvl8pPr marL="3200171" indent="0" algn="ctr">
              <a:buNone/>
              <a:defRPr sz="1600"/>
            </a:lvl8pPr>
            <a:lvl9pPr marL="365733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75E13-1FEC-488E-BF5B-8A2C563E86BF}" type="datetime1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93023-3CDB-41D5-9ADC-87874D855E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9237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5323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byssinica SI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871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</a:p>
          <a:p>
            <a:pPr marL="1045277" lvl="1" indent="-391979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87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</a:p>
          <a:p>
            <a:pPr marL="1567917" lvl="2" indent="-348426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0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</a:p>
          <a:p>
            <a:pPr marL="2090556" lvl="3" indent="-26132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</a:p>
          <a:p>
            <a:pPr marL="2613194" lvl="4" indent="-26132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</a:p>
          <a:p>
            <a:pPr marL="3135832" lvl="5" indent="-26132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</a:p>
          <a:p>
            <a:pPr marL="3658471" lvl="6" indent="-26132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609320" y="6246916"/>
            <a:ext cx="2840148" cy="472697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69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4168977" y="6246916"/>
            <a:ext cx="3864100" cy="472697"/>
          </a:xfrm>
          <a:prstGeom prst="rect">
            <a:avLst/>
          </a:prstGeom>
        </p:spPr>
        <p:txBody>
          <a:bodyPr lIns="0" tIns="0" rIns="0" bIns="0"/>
          <a:lstStyle/>
          <a:p>
            <a:pPr algn="ctr"/>
            <a:r>
              <a:rPr lang="en-US" sz="169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8740828" y="6246916"/>
            <a:ext cx="2840148" cy="472697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fld id="{E7EC358A-C2DA-4CE7-BF49-95A48869A7C9}" type="slidenum">
              <a:rPr lang="en-US" sz="169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‹#›</a:t>
            </a:fld>
            <a:endParaRPr lang="en-US" sz="1694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95028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5" r:id="rId13"/>
  </p:sldLayoutIdLst>
  <p:txStyles>
    <p:titleStyle>
      <a:lvl1pPr algn="l" defTabSz="1106252" rtl="0" eaLnBrk="1" latinLnBrk="0" hangingPunct="1">
        <a:lnSpc>
          <a:spcPct val="90000"/>
        </a:lnSpc>
        <a:spcBef>
          <a:spcPct val="0"/>
        </a:spcBef>
        <a:buNone/>
        <a:defRPr sz="5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1738" indent="-293803" algn="l" defTabSz="1106252" rtl="0" eaLnBrk="1" latinLnBrk="0" hangingPunct="1">
        <a:lnSpc>
          <a:spcPct val="90000"/>
        </a:lnSpc>
        <a:spcBef>
          <a:spcPts val="1210"/>
        </a:spcBef>
        <a:buClr>
          <a:srgbClr val="000000"/>
        </a:buClr>
        <a:buSzPct val="45000"/>
        <a:buFont typeface="Wingdings" charset="2"/>
        <a:buChar char=""/>
        <a:defRPr sz="3387" kern="1200">
          <a:solidFill>
            <a:schemeClr val="tx1"/>
          </a:solidFill>
          <a:latin typeface="+mn-lt"/>
          <a:ea typeface="+mn-ea"/>
          <a:cs typeface="+mn-cs"/>
        </a:defRPr>
      </a:lvl1pPr>
      <a:lvl2pPr marL="829689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904" kern="1200">
          <a:solidFill>
            <a:schemeClr val="tx1"/>
          </a:solidFill>
          <a:latin typeface="+mn-lt"/>
          <a:ea typeface="+mn-ea"/>
          <a:cs typeface="+mn-cs"/>
        </a:defRPr>
      </a:lvl2pPr>
      <a:lvl3pPr marL="1382815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419" kern="1200">
          <a:solidFill>
            <a:schemeClr val="tx1"/>
          </a:solidFill>
          <a:latin typeface="+mn-lt"/>
          <a:ea typeface="+mn-ea"/>
          <a:cs typeface="+mn-cs"/>
        </a:defRPr>
      </a:lvl3pPr>
      <a:lvl4pPr marL="1935941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4pPr>
      <a:lvl5pPr marL="2489067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5pPr>
      <a:lvl6pPr marL="3042193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6pPr>
      <a:lvl7pPr marL="3595319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7pPr>
      <a:lvl8pPr marL="4148445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8pPr>
      <a:lvl9pPr marL="4701570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1pPr>
      <a:lvl2pPr marL="553126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2pPr>
      <a:lvl3pPr marL="1106252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3pPr>
      <a:lvl4pPr marL="1659379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4pPr>
      <a:lvl5pPr marL="2212504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5pPr>
      <a:lvl6pPr marL="2765630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6pPr>
      <a:lvl7pPr marL="3318756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7pPr>
      <a:lvl8pPr marL="3871883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8pPr>
      <a:lvl9pPr marL="4425008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microsoft.com/office/2007/relationships/hdphoto" Target="../media/hdphoto4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uadroTexto 8">
            <a:extLst>
              <a:ext uri="{FF2B5EF4-FFF2-40B4-BE49-F238E27FC236}">
                <a16:creationId xmlns:a16="http://schemas.microsoft.com/office/drawing/2014/main" id="{0E91CB7C-6CAE-460B-8B21-F46E73BF512A}"/>
              </a:ext>
            </a:extLst>
          </p:cNvPr>
          <p:cNvSpPr txBox="1"/>
          <p:nvPr/>
        </p:nvSpPr>
        <p:spPr>
          <a:xfrm>
            <a:off x="0" y="1158294"/>
            <a:ext cx="12192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9178"/>
            <a:r>
              <a:rPr lang="it-IT" sz="88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CO</a:t>
            </a:r>
            <a:r>
              <a:rPr lang="it-IT" sz="8800" baseline="-250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2</a:t>
            </a:r>
            <a:r>
              <a:rPr lang="it-IT" sz="88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hunters!</a:t>
            </a:r>
            <a:br>
              <a:rPr lang="it-IT" sz="88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</a:br>
            <a:r>
              <a:rPr lang="en-US" sz="5400" dirty="0">
                <a:solidFill>
                  <a:srgbClr val="00B05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The CO</a:t>
            </a:r>
            <a:r>
              <a:rPr lang="en-US" sz="5400" baseline="-25000" dirty="0">
                <a:solidFill>
                  <a:srgbClr val="00B05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2</a:t>
            </a:r>
            <a:r>
              <a:rPr lang="en-US" sz="5400" dirty="0">
                <a:solidFill>
                  <a:srgbClr val="00B05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reduction game to learn Chemistry!</a:t>
            </a:r>
            <a:endParaRPr lang="it-IT" sz="5400" dirty="0">
              <a:solidFill>
                <a:srgbClr val="00B05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9495CBD-24A4-452D-97B2-D96D38B4BC8A}"/>
              </a:ext>
            </a:extLst>
          </p:cNvPr>
          <p:cNvSpPr txBox="1"/>
          <p:nvPr/>
        </p:nvSpPr>
        <p:spPr>
          <a:xfrm>
            <a:off x="-2837" y="4894045"/>
            <a:ext cx="121916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9178"/>
            <a:r>
              <a:rPr lang="en-US" sz="3200" dirty="0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Dr. Federico Dattila</a:t>
            </a:r>
          </a:p>
          <a:p>
            <a:pPr algn="ctr" defTabSz="829178"/>
            <a:r>
              <a:rPr lang="en-US" sz="3200" dirty="0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CREST Group, DISAT, </a:t>
            </a:r>
            <a:r>
              <a:rPr lang="en-US" sz="3200" dirty="0" err="1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Politecnico</a:t>
            </a:r>
            <a:r>
              <a:rPr lang="en-US" sz="3200" dirty="0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di Torino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42DD1C-60A6-1356-A4FF-3A65368E6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6E20D3-E480-4010-7163-E5CF09452CB8}"/>
              </a:ext>
            </a:extLst>
          </p:cNvPr>
          <p:cNvSpPr txBox="1"/>
          <p:nvPr/>
        </p:nvSpPr>
        <p:spPr>
          <a:xfrm>
            <a:off x="0" y="1524000"/>
            <a:ext cx="1219199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829178"/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Introduction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to </a:t>
            </a:r>
          </a:p>
          <a:p>
            <a:pPr algn="ctr" defTabSz="829178"/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your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</a:t>
            </a:r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research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/ field </a:t>
            </a:r>
          </a:p>
          <a:p>
            <a:pPr algn="ctr" defTabSz="829178"/>
            <a:endParaRPr lang="it-IT" sz="60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  <a:p>
            <a:pPr algn="ctr" defTabSz="829178"/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(to </a:t>
            </a:r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your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</a:t>
            </a:r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own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taste!)</a:t>
            </a:r>
            <a:endParaRPr lang="it-IT" sz="40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965115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F0F9B711-3D18-F05F-84AA-236A571E2CAA}"/>
              </a:ext>
            </a:extLst>
          </p:cNvPr>
          <p:cNvSpPr txBox="1"/>
          <p:nvPr/>
        </p:nvSpPr>
        <p:spPr>
          <a:xfrm>
            <a:off x="0" y="0"/>
            <a:ext cx="1219199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829178"/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Now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it's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your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turn to be </a:t>
            </a:r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entrepreneurs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!</a:t>
            </a:r>
            <a:endParaRPr lang="en-US" sz="6000" dirty="0">
              <a:solidFill>
                <a:schemeClr val="bg1"/>
              </a:solidFill>
              <a:latin typeface="Biome" panose="020B0503030204020804" pitchFamily="34" charset="0"/>
              <a:cs typeface="Biome" panose="020B0503030204020804" pitchFamily="34" charset="0"/>
            </a:endParaRPr>
          </a:p>
          <a:p>
            <a:pPr algn="ctr" defTabSz="829178"/>
            <a:endParaRPr lang="en-US" sz="4800" dirty="0">
              <a:solidFill>
                <a:schemeClr val="bg1"/>
              </a:solidFill>
              <a:latin typeface="Amasis MT Pro Light" panose="02040304050005020304" pitchFamily="18" charset="0"/>
            </a:endParaRPr>
          </a:p>
          <a:p>
            <a:pPr marL="1143000" indent="-1143000" defTabSz="829178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Split into teams…</a:t>
            </a:r>
          </a:p>
          <a:p>
            <a:pPr marL="914400" indent="-914400" defTabSz="829178">
              <a:buFont typeface="+mj-lt"/>
              <a:buAutoNum type="arabicPeriod"/>
            </a:pPr>
            <a:endParaRPr lang="en-US" sz="4400" dirty="0">
              <a:solidFill>
                <a:schemeClr val="bg1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  <a:p>
            <a:pPr marL="1143000" indent="-1143000" defTabSz="829178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You have a limited time to convert CO</a:t>
            </a:r>
            <a:r>
              <a:rPr lang="en-US" sz="4400" baseline="-250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2</a:t>
            </a: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…</a:t>
            </a:r>
          </a:p>
          <a:p>
            <a:pPr marL="914400" indent="-914400" defTabSz="829178">
              <a:buFont typeface="+mj-lt"/>
              <a:buAutoNum type="arabicPeriod"/>
            </a:pPr>
            <a:endParaRPr lang="en-US" sz="4400" dirty="0">
              <a:solidFill>
                <a:schemeClr val="bg1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  <a:p>
            <a:pPr marL="1143000" indent="-1143000" defTabSz="829178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The team with best products wins! </a:t>
            </a:r>
            <a:endParaRPr lang="it-IT" sz="4000" dirty="0">
              <a:solidFill>
                <a:schemeClr val="bg1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943769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adroTexto 2">
            <a:extLst>
              <a:ext uri="{FF2B5EF4-FFF2-40B4-BE49-F238E27FC236}">
                <a16:creationId xmlns:a16="http://schemas.microsoft.com/office/drawing/2014/main" id="{D5EC3236-1AF1-036D-BDA9-7C4299D10EC9}"/>
              </a:ext>
            </a:extLst>
          </p:cNvPr>
          <p:cNvSpPr txBox="1"/>
          <p:nvPr/>
        </p:nvSpPr>
        <p:spPr>
          <a:xfrm>
            <a:off x="610549" y="868114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+1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9FED98C-5C73-B2F3-8929-ECED233DA1C7}"/>
              </a:ext>
            </a:extLst>
          </p:cNvPr>
          <p:cNvSpPr txBox="1"/>
          <p:nvPr/>
        </p:nvSpPr>
        <p:spPr>
          <a:xfrm>
            <a:off x="2933980" y="841623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+4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47CF1BF-5594-A0D5-D4DD-EE1D6B1F01C1}"/>
              </a:ext>
            </a:extLst>
          </p:cNvPr>
          <p:cNvSpPr txBox="1"/>
          <p:nvPr/>
        </p:nvSpPr>
        <p:spPr>
          <a:xfrm>
            <a:off x="5657934" y="879690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+2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3" name="CuadroTexto 13">
            <a:extLst>
              <a:ext uri="{FF2B5EF4-FFF2-40B4-BE49-F238E27FC236}">
                <a16:creationId xmlns:a16="http://schemas.microsoft.com/office/drawing/2014/main" id="{ADAB539E-18A2-D39D-175F-94B192F63C4E}"/>
              </a:ext>
            </a:extLst>
          </p:cNvPr>
          <p:cNvSpPr txBox="1"/>
          <p:nvPr/>
        </p:nvSpPr>
        <p:spPr>
          <a:xfrm>
            <a:off x="7999635" y="868716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+6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4" name="CuadroTexto 14">
            <a:extLst>
              <a:ext uri="{FF2B5EF4-FFF2-40B4-BE49-F238E27FC236}">
                <a16:creationId xmlns:a16="http://schemas.microsoft.com/office/drawing/2014/main" id="{8652BF97-302F-BD33-D092-00C827BF2E07}"/>
              </a:ext>
            </a:extLst>
          </p:cNvPr>
          <p:cNvSpPr txBox="1"/>
          <p:nvPr/>
        </p:nvSpPr>
        <p:spPr>
          <a:xfrm>
            <a:off x="10624416" y="891263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+7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5" name="CuadroTexto 18">
            <a:extLst>
              <a:ext uri="{FF2B5EF4-FFF2-40B4-BE49-F238E27FC236}">
                <a16:creationId xmlns:a16="http://schemas.microsoft.com/office/drawing/2014/main" id="{0503460B-B7D4-54F9-5398-C1F432375695}"/>
              </a:ext>
            </a:extLst>
          </p:cNvPr>
          <p:cNvSpPr txBox="1"/>
          <p:nvPr/>
        </p:nvSpPr>
        <p:spPr>
          <a:xfrm>
            <a:off x="6153143" y="2663388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+3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6" name="CuadroTexto 20">
            <a:extLst>
              <a:ext uri="{FF2B5EF4-FFF2-40B4-BE49-F238E27FC236}">
                <a16:creationId xmlns:a16="http://schemas.microsoft.com/office/drawing/2014/main" id="{C3C4B75F-E07B-74CD-675D-AC022CF9901F}"/>
              </a:ext>
            </a:extLst>
          </p:cNvPr>
          <p:cNvSpPr txBox="1"/>
          <p:nvPr/>
        </p:nvSpPr>
        <p:spPr>
          <a:xfrm>
            <a:off x="0" y="-51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Score</a:t>
            </a:r>
            <a:endParaRPr lang="en-US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17" name="Elipse 3">
            <a:extLst>
              <a:ext uri="{FF2B5EF4-FFF2-40B4-BE49-F238E27FC236}">
                <a16:creationId xmlns:a16="http://schemas.microsoft.com/office/drawing/2014/main" id="{B9FD2EDD-743A-1573-F4B0-663FC1A032FA}"/>
              </a:ext>
            </a:extLst>
          </p:cNvPr>
          <p:cNvSpPr/>
          <p:nvPr/>
        </p:nvSpPr>
        <p:spPr>
          <a:xfrm>
            <a:off x="20320" y="846484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8" name="Elipse 21">
            <a:extLst>
              <a:ext uri="{FF2B5EF4-FFF2-40B4-BE49-F238E27FC236}">
                <a16:creationId xmlns:a16="http://schemas.microsoft.com/office/drawing/2014/main" id="{DCEBB8ED-4A62-33AD-CE4F-020D3D1F09CA}"/>
              </a:ext>
            </a:extLst>
          </p:cNvPr>
          <p:cNvSpPr/>
          <p:nvPr/>
        </p:nvSpPr>
        <p:spPr>
          <a:xfrm>
            <a:off x="5093556" y="86448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9" name="Elipse 22">
            <a:extLst>
              <a:ext uri="{FF2B5EF4-FFF2-40B4-BE49-F238E27FC236}">
                <a16:creationId xmlns:a16="http://schemas.microsoft.com/office/drawing/2014/main" id="{5D02EFE2-D94D-57A1-2D58-FBE61AC771DB}"/>
              </a:ext>
            </a:extLst>
          </p:cNvPr>
          <p:cNvSpPr/>
          <p:nvPr/>
        </p:nvSpPr>
        <p:spPr>
          <a:xfrm>
            <a:off x="2369386" y="83399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0" name="Elipse 23">
            <a:extLst>
              <a:ext uri="{FF2B5EF4-FFF2-40B4-BE49-F238E27FC236}">
                <a16:creationId xmlns:a16="http://schemas.microsoft.com/office/drawing/2014/main" id="{99BC8C31-F5A9-D15F-D6B3-A1794837BA84}"/>
              </a:ext>
            </a:extLst>
          </p:cNvPr>
          <p:cNvSpPr/>
          <p:nvPr/>
        </p:nvSpPr>
        <p:spPr>
          <a:xfrm>
            <a:off x="7297100" y="85654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1" name="Elipse 24">
            <a:extLst>
              <a:ext uri="{FF2B5EF4-FFF2-40B4-BE49-F238E27FC236}">
                <a16:creationId xmlns:a16="http://schemas.microsoft.com/office/drawing/2014/main" id="{ECB99356-2394-CF31-9FA1-8E54F397F096}"/>
              </a:ext>
            </a:extLst>
          </p:cNvPr>
          <p:cNvSpPr/>
          <p:nvPr/>
        </p:nvSpPr>
        <p:spPr>
          <a:xfrm>
            <a:off x="9878411" y="87969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2" name="CuadroTexto 4">
            <a:extLst>
              <a:ext uri="{FF2B5EF4-FFF2-40B4-BE49-F238E27FC236}">
                <a16:creationId xmlns:a16="http://schemas.microsoft.com/office/drawing/2014/main" id="{2B18EA2B-1B43-ABCB-F038-F8A8A54C344E}"/>
              </a:ext>
            </a:extLst>
          </p:cNvPr>
          <p:cNvSpPr txBox="1"/>
          <p:nvPr/>
        </p:nvSpPr>
        <p:spPr>
          <a:xfrm>
            <a:off x="342900" y="5542248"/>
            <a:ext cx="1159612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Bonus: +10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carbon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;</a:t>
            </a:r>
          </a:p>
          <a:p>
            <a:pPr lvl="4"/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+5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.</a:t>
            </a:r>
          </a:p>
        </p:txBody>
      </p:sp>
      <p:sp>
        <p:nvSpPr>
          <p:cNvPr id="23" name="CuadroTexto 25">
            <a:extLst>
              <a:ext uri="{FF2B5EF4-FFF2-40B4-BE49-F238E27FC236}">
                <a16:creationId xmlns:a16="http://schemas.microsoft.com/office/drawing/2014/main" id="{DFA65DC4-60A1-A2DF-A958-3CBFFA96C274}"/>
              </a:ext>
            </a:extLst>
          </p:cNvPr>
          <p:cNvSpPr txBox="1"/>
          <p:nvPr/>
        </p:nvSpPr>
        <p:spPr>
          <a:xfrm>
            <a:off x="2204485" y="3711147"/>
            <a:ext cx="219483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formic acid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2 H, 2O</a:t>
            </a:r>
          </a:p>
        </p:txBody>
      </p:sp>
      <p:sp>
        <p:nvSpPr>
          <p:cNvPr id="24" name="CuadroTexto 26">
            <a:extLst>
              <a:ext uri="{FF2B5EF4-FFF2-40B4-BE49-F238E27FC236}">
                <a16:creationId xmlns:a16="http://schemas.microsoft.com/office/drawing/2014/main" id="{B8B0096C-1B3D-981E-B18F-146BC56DF28F}"/>
              </a:ext>
            </a:extLst>
          </p:cNvPr>
          <p:cNvSpPr txBox="1"/>
          <p:nvPr/>
        </p:nvSpPr>
        <p:spPr>
          <a:xfrm>
            <a:off x="4310743" y="3726366"/>
            <a:ext cx="35698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carbon monoxide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1O</a:t>
            </a:r>
          </a:p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 2H</a:t>
            </a:r>
          </a:p>
        </p:txBody>
      </p:sp>
      <p:sp>
        <p:nvSpPr>
          <p:cNvPr id="25" name="CuadroTexto 29">
            <a:extLst>
              <a:ext uri="{FF2B5EF4-FFF2-40B4-BE49-F238E27FC236}">
                <a16:creationId xmlns:a16="http://schemas.microsoft.com/office/drawing/2014/main" id="{236512C3-3403-5BAF-F5D6-7F12248C70D2}"/>
              </a:ext>
            </a:extLst>
          </p:cNvPr>
          <p:cNvSpPr txBox="1"/>
          <p:nvPr/>
        </p:nvSpPr>
        <p:spPr>
          <a:xfrm>
            <a:off x="7344384" y="3710679"/>
            <a:ext cx="21836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ethanol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6 H, 1O</a:t>
            </a:r>
          </a:p>
        </p:txBody>
      </p:sp>
      <p:sp>
        <p:nvSpPr>
          <p:cNvPr id="26" name="CuadroTexto 30">
            <a:extLst>
              <a:ext uri="{FF2B5EF4-FFF2-40B4-BE49-F238E27FC236}">
                <a16:creationId xmlns:a16="http://schemas.microsoft.com/office/drawing/2014/main" id="{3C23B4B6-8416-74D3-9A45-5447C96F2546}"/>
              </a:ext>
            </a:extLst>
          </p:cNvPr>
          <p:cNvSpPr txBox="1"/>
          <p:nvPr/>
        </p:nvSpPr>
        <p:spPr>
          <a:xfrm>
            <a:off x="10132366" y="3707459"/>
            <a:ext cx="178125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ethylene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4 H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78FEC8D-3866-DFFF-78E4-B88B974EE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94" b="92798" l="9877" r="89877">
                        <a14:foregroundMark x1="49383" y1="10249" x2="53580" y2="10526"/>
                        <a14:foregroundMark x1="48148" y1="90028" x2="55556" y2="92798"/>
                        <a14:foregroundMark x1="51358" y1="6094" x2="46420" y2="60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041" y="1615388"/>
            <a:ext cx="1783364" cy="158961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D68EE3-A1A9-0D5F-BB24-38C3DCE6D3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871" b="91129" l="8098" r="91337">
                        <a14:foregroundMark x1="8286" y1="37903" x2="9416" y2="41532"/>
                        <a14:foregroundMark x1="67985" y1="10484" x2="77401" y2="6048"/>
                        <a14:foregroundMark x1="77401" y1="6048" x2="89642" y2="37903"/>
                        <a14:foregroundMark x1="89642" y1="37903" x2="90772" y2="61694"/>
                        <a14:foregroundMark x1="90772" y1="61694" x2="90395" y2="39113"/>
                        <a14:foregroundMark x1="90395" y1="39113" x2="90584" y2="65726"/>
                        <a14:foregroundMark x1="90584" y1="65726" x2="91525" y2="41129"/>
                        <a14:foregroundMark x1="91525" y1="41129" x2="89831" y2="30242"/>
                        <a14:foregroundMark x1="72128" y1="89919" x2="77966" y2="911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5400000">
            <a:off x="5346931" y="1741999"/>
            <a:ext cx="1320541" cy="6167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1333314-3C79-F194-E705-86D4320618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749" b="89668" l="9543" r="95229">
                        <a14:foregroundMark x1="9344" y1="61255" x2="9543" y2="38376"/>
                        <a14:foregroundMark x1="9543" y1="38376" x2="10537" y2="32472"/>
                        <a14:foregroundMark x1="29026" y1="9963" x2="31809" y2="9963"/>
                        <a14:foregroundMark x1="75547" y1="10332" x2="82704" y2="9225"/>
                        <a14:foregroundMark x1="90258" y1="24723" x2="93042" y2="51661"/>
                        <a14:foregroundMark x1="93042" y1="51661" x2="89662" y2="32472"/>
                        <a14:foregroundMark x1="89662" y1="32472" x2="91849" y2="59041"/>
                        <a14:foregroundMark x1="93837" y1="38007" x2="95229" y2="49446"/>
                        <a14:foregroundMark x1="78131" y1="8118" x2="76342" y2="77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37163" y="2733795"/>
            <a:ext cx="1008902" cy="54356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F0E31FE-D25D-36C9-7175-3BD9F8C6A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561" b="89922" l="10000" r="90513">
                        <a14:foregroundMark x1="56154" y1="9819" x2="56667" y2="9819"/>
                        <a14:foregroundMark x1="90513" y1="56072" x2="90513" y2="63566"/>
                        <a14:foregroundMark x1="76667" y1="89664" x2="76923" y2="8992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0544" y="1373667"/>
            <a:ext cx="2071265" cy="20553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61E04F8-7B21-55BD-F17F-A8F2B4C11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7452" b="89904" l="9857" r="90323">
                        <a14:foregroundMark x1="20251" y1="7452" x2="9498" y2="18029"/>
                        <a14:foregroundMark x1="9498" y1="18029" x2="16129" y2="7692"/>
                        <a14:foregroundMark x1="16129" y1="7692" x2="22401" y2="8894"/>
                        <a14:foregroundMark x1="15771" y1="89663" x2="20609" y2="89663"/>
                        <a14:foregroundMark x1="82616" y1="6490" x2="90143" y2="16587"/>
                        <a14:foregroundMark x1="90143" y1="16587" x2="90323" y2="19952"/>
                        <a14:foregroundMark x1="78853" y1="89423" x2="87097" y2="8990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19694" y="1638111"/>
            <a:ext cx="2071265" cy="15441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8831A57-68C4-DE96-F9AC-CE2D24C912A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5071" b="92901" l="8945" r="94097">
                        <a14:foregroundMark x1="9481" y1="38742" x2="10018" y2="37120"/>
                        <a14:foregroundMark x1="93739" y1="56592" x2="91771" y2="66531"/>
                        <a14:foregroundMark x1="91771" y1="66531" x2="89803" y2="53144"/>
                        <a14:foregroundMark x1="89803" y1="53144" x2="94633" y2="66329"/>
                        <a14:foregroundMark x1="94633" y1="66329" x2="90519" y2="74037"/>
                        <a14:foregroundMark x1="67979" y1="91075" x2="76923" y2="91886"/>
                        <a14:foregroundMark x1="76923" y1="91886" x2="64937" y2="90264"/>
                        <a14:foregroundMark x1="64937" y1="90264" x2="77281" y2="91075"/>
                        <a14:foregroundMark x1="77281" y1="91075" x2="75313" y2="93306"/>
                        <a14:foregroundMark x1="71914" y1="8722" x2="67621" y2="10345"/>
                        <a14:foregroundMark x1="43113" y1="8114" x2="49374" y2="8114"/>
                        <a14:foregroundMark x1="75313" y1="8114" x2="73166" y2="6694"/>
                        <a14:foregroundMark x1="46691" y1="5882" x2="45081" y2="507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69645" y="1433421"/>
            <a:ext cx="2139043" cy="1886490"/>
          </a:xfrm>
          <a:prstGeom prst="rect">
            <a:avLst/>
          </a:prstGeom>
        </p:spPr>
      </p:pic>
      <p:sp>
        <p:nvSpPr>
          <p:cNvPr id="36" name="CuadroTexto 4">
            <a:extLst>
              <a:ext uri="{FF2B5EF4-FFF2-40B4-BE49-F238E27FC236}">
                <a16:creationId xmlns:a16="http://schemas.microsoft.com/office/drawing/2014/main" id="{7DE7F212-20B5-D3FD-54E6-C0D8D9C5E899}"/>
              </a:ext>
            </a:extLst>
          </p:cNvPr>
          <p:cNvSpPr txBox="1"/>
          <p:nvPr/>
        </p:nvSpPr>
        <p:spPr>
          <a:xfrm>
            <a:off x="103509" y="3703869"/>
            <a:ext cx="18053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methane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4 H</a:t>
            </a:r>
          </a:p>
        </p:txBody>
      </p:sp>
    </p:spTree>
    <p:extLst>
      <p:ext uri="{BB962C8B-B14F-4D97-AF65-F5344CB8AC3E}">
        <p14:creationId xmlns:p14="http://schemas.microsoft.com/office/powerpoint/2010/main" val="1178301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89D96-5B8B-784A-52C6-E82A5E8DF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adroTexto 2">
            <a:extLst>
              <a:ext uri="{FF2B5EF4-FFF2-40B4-BE49-F238E27FC236}">
                <a16:creationId xmlns:a16="http://schemas.microsoft.com/office/drawing/2014/main" id="{86F42BCE-D90E-1F6C-EDAC-704106AB7D81}"/>
              </a:ext>
            </a:extLst>
          </p:cNvPr>
          <p:cNvSpPr txBox="1"/>
          <p:nvPr/>
        </p:nvSpPr>
        <p:spPr>
          <a:xfrm>
            <a:off x="610549" y="868114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+9</a:t>
            </a:r>
            <a:endParaRPr lang="en-US" sz="16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84C623-6CAC-5A4A-381E-2DFCA2CF051A}"/>
              </a:ext>
            </a:extLst>
          </p:cNvPr>
          <p:cNvSpPr txBox="1"/>
          <p:nvPr/>
        </p:nvSpPr>
        <p:spPr>
          <a:xfrm>
            <a:off x="2933980" y="841623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+4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D493D64-1BC7-EB7F-2117-C497399F6517}"/>
              </a:ext>
            </a:extLst>
          </p:cNvPr>
          <p:cNvSpPr txBox="1"/>
          <p:nvPr/>
        </p:nvSpPr>
        <p:spPr>
          <a:xfrm>
            <a:off x="5657934" y="879690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+2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3" name="CuadroTexto 13">
            <a:extLst>
              <a:ext uri="{FF2B5EF4-FFF2-40B4-BE49-F238E27FC236}">
                <a16:creationId xmlns:a16="http://schemas.microsoft.com/office/drawing/2014/main" id="{F8CB333E-6F5E-B76F-D071-9150A51629C6}"/>
              </a:ext>
            </a:extLst>
          </p:cNvPr>
          <p:cNvSpPr txBox="1"/>
          <p:nvPr/>
        </p:nvSpPr>
        <p:spPr>
          <a:xfrm>
            <a:off x="7999635" y="868716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+8</a:t>
            </a:r>
            <a:endParaRPr lang="en-US" sz="16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4" name="CuadroTexto 14">
            <a:extLst>
              <a:ext uri="{FF2B5EF4-FFF2-40B4-BE49-F238E27FC236}">
                <a16:creationId xmlns:a16="http://schemas.microsoft.com/office/drawing/2014/main" id="{4D0DD517-279A-A6E1-63B6-802C92DAA48F}"/>
              </a:ext>
            </a:extLst>
          </p:cNvPr>
          <p:cNvSpPr txBox="1"/>
          <p:nvPr/>
        </p:nvSpPr>
        <p:spPr>
          <a:xfrm>
            <a:off x="10624416" y="891263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+3</a:t>
            </a:r>
            <a:endParaRPr lang="en-US" sz="16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5" name="CuadroTexto 18">
            <a:extLst>
              <a:ext uri="{FF2B5EF4-FFF2-40B4-BE49-F238E27FC236}">
                <a16:creationId xmlns:a16="http://schemas.microsoft.com/office/drawing/2014/main" id="{1DE89F83-4E45-6999-8699-D77E94E6876D}"/>
              </a:ext>
            </a:extLst>
          </p:cNvPr>
          <p:cNvSpPr txBox="1"/>
          <p:nvPr/>
        </p:nvSpPr>
        <p:spPr>
          <a:xfrm>
            <a:off x="6153143" y="2663388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+3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6" name="CuadroTexto 20">
            <a:extLst>
              <a:ext uri="{FF2B5EF4-FFF2-40B4-BE49-F238E27FC236}">
                <a16:creationId xmlns:a16="http://schemas.microsoft.com/office/drawing/2014/main" id="{6E98D29A-6EF1-F0C6-BA25-EE434594C0A7}"/>
              </a:ext>
            </a:extLst>
          </p:cNvPr>
          <p:cNvSpPr txBox="1"/>
          <p:nvPr/>
        </p:nvSpPr>
        <p:spPr>
          <a:xfrm>
            <a:off x="0" y="-51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Score (</a:t>
            </a:r>
            <a:r>
              <a:rPr lang="en-US" sz="4000" dirty="0">
                <a:solidFill>
                  <a:srgbClr val="FF000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Ongoing energetic crisis!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) </a:t>
            </a:r>
            <a:endParaRPr lang="en-US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17" name="Elipse 3">
            <a:extLst>
              <a:ext uri="{FF2B5EF4-FFF2-40B4-BE49-F238E27FC236}">
                <a16:creationId xmlns:a16="http://schemas.microsoft.com/office/drawing/2014/main" id="{7A213BBA-0577-0B00-C506-06A9C37D2C8F}"/>
              </a:ext>
            </a:extLst>
          </p:cNvPr>
          <p:cNvSpPr/>
          <p:nvPr/>
        </p:nvSpPr>
        <p:spPr>
          <a:xfrm>
            <a:off x="20320" y="846484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8" name="Elipse 21">
            <a:extLst>
              <a:ext uri="{FF2B5EF4-FFF2-40B4-BE49-F238E27FC236}">
                <a16:creationId xmlns:a16="http://schemas.microsoft.com/office/drawing/2014/main" id="{3927F47D-5332-C25E-E99D-3D57967F6AAF}"/>
              </a:ext>
            </a:extLst>
          </p:cNvPr>
          <p:cNvSpPr/>
          <p:nvPr/>
        </p:nvSpPr>
        <p:spPr>
          <a:xfrm>
            <a:off x="5093556" y="86448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9" name="Elipse 22">
            <a:extLst>
              <a:ext uri="{FF2B5EF4-FFF2-40B4-BE49-F238E27FC236}">
                <a16:creationId xmlns:a16="http://schemas.microsoft.com/office/drawing/2014/main" id="{623310CE-2F1E-AC46-FC64-36EBD1ABB637}"/>
              </a:ext>
            </a:extLst>
          </p:cNvPr>
          <p:cNvSpPr/>
          <p:nvPr/>
        </p:nvSpPr>
        <p:spPr>
          <a:xfrm>
            <a:off x="2369386" y="83399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0" name="Elipse 23">
            <a:extLst>
              <a:ext uri="{FF2B5EF4-FFF2-40B4-BE49-F238E27FC236}">
                <a16:creationId xmlns:a16="http://schemas.microsoft.com/office/drawing/2014/main" id="{F96791AC-8BBE-BDEC-D53E-1E8944FC27BB}"/>
              </a:ext>
            </a:extLst>
          </p:cNvPr>
          <p:cNvSpPr/>
          <p:nvPr/>
        </p:nvSpPr>
        <p:spPr>
          <a:xfrm>
            <a:off x="7297100" y="85654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1" name="Elipse 24">
            <a:extLst>
              <a:ext uri="{FF2B5EF4-FFF2-40B4-BE49-F238E27FC236}">
                <a16:creationId xmlns:a16="http://schemas.microsoft.com/office/drawing/2014/main" id="{D0F108AA-5763-EEF3-9EC5-1AD358319264}"/>
              </a:ext>
            </a:extLst>
          </p:cNvPr>
          <p:cNvSpPr/>
          <p:nvPr/>
        </p:nvSpPr>
        <p:spPr>
          <a:xfrm>
            <a:off x="9878411" y="87969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2" name="CuadroTexto 4">
            <a:extLst>
              <a:ext uri="{FF2B5EF4-FFF2-40B4-BE49-F238E27FC236}">
                <a16:creationId xmlns:a16="http://schemas.microsoft.com/office/drawing/2014/main" id="{039CBCB5-A6B3-BFC0-53D1-111CFC9B856E}"/>
              </a:ext>
            </a:extLst>
          </p:cNvPr>
          <p:cNvSpPr txBox="1"/>
          <p:nvPr/>
        </p:nvSpPr>
        <p:spPr>
          <a:xfrm>
            <a:off x="342900" y="5542248"/>
            <a:ext cx="115490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Bonus: +10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carbon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;</a:t>
            </a:r>
          </a:p>
          <a:p>
            <a:pPr lvl="4"/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+5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.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19E2797-8915-875C-B36C-FA10C2032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94" b="92798" l="9877" r="89877">
                        <a14:foregroundMark x1="49383" y1="10249" x2="53580" y2="10526"/>
                        <a14:foregroundMark x1="48148" y1="90028" x2="55556" y2="92798"/>
                        <a14:foregroundMark x1="51358" y1="6094" x2="46420" y2="60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041" y="1615388"/>
            <a:ext cx="1783364" cy="158961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96A8A29-9B91-C490-1017-3CAB572A99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871" b="91129" l="8098" r="91337">
                        <a14:foregroundMark x1="8286" y1="37903" x2="9416" y2="41532"/>
                        <a14:foregroundMark x1="67985" y1="10484" x2="77401" y2="6048"/>
                        <a14:foregroundMark x1="77401" y1="6048" x2="89642" y2="37903"/>
                        <a14:foregroundMark x1="89642" y1="37903" x2="90772" y2="61694"/>
                        <a14:foregroundMark x1="90772" y1="61694" x2="90395" y2="39113"/>
                        <a14:foregroundMark x1="90395" y1="39113" x2="90584" y2="65726"/>
                        <a14:foregroundMark x1="90584" y1="65726" x2="91525" y2="41129"/>
                        <a14:foregroundMark x1="91525" y1="41129" x2="89831" y2="30242"/>
                        <a14:foregroundMark x1="72128" y1="89919" x2="77966" y2="911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5400000">
            <a:off x="5346931" y="1741999"/>
            <a:ext cx="1320541" cy="6167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42CA43C-0254-26BD-0025-6D1A95E4FF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749" b="89668" l="9543" r="95229">
                        <a14:foregroundMark x1="9344" y1="61255" x2="9543" y2="38376"/>
                        <a14:foregroundMark x1="9543" y1="38376" x2="10537" y2="32472"/>
                        <a14:foregroundMark x1="29026" y1="9963" x2="31809" y2="9963"/>
                        <a14:foregroundMark x1="75547" y1="10332" x2="82704" y2="9225"/>
                        <a14:foregroundMark x1="90258" y1="24723" x2="93042" y2="51661"/>
                        <a14:foregroundMark x1="93042" y1="51661" x2="89662" y2="32472"/>
                        <a14:foregroundMark x1="89662" y1="32472" x2="91849" y2="59041"/>
                        <a14:foregroundMark x1="93837" y1="38007" x2="95229" y2="49446"/>
                        <a14:foregroundMark x1="78131" y1="8118" x2="76342" y2="77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37163" y="2733795"/>
            <a:ext cx="1008902" cy="54356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1CAE12A-65E6-D8E0-7F9B-EF52E7C27E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561" b="89922" l="10000" r="90513">
                        <a14:foregroundMark x1="56154" y1="9819" x2="56667" y2="9819"/>
                        <a14:foregroundMark x1="90513" y1="56072" x2="90513" y2="63566"/>
                        <a14:foregroundMark x1="76667" y1="89664" x2="76923" y2="8992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0544" y="1373667"/>
            <a:ext cx="2071265" cy="20553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E42658E-3669-86DD-0EDF-EBF83F5483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7452" b="89904" l="9857" r="90323">
                        <a14:foregroundMark x1="20251" y1="7452" x2="9498" y2="18029"/>
                        <a14:foregroundMark x1="9498" y1="18029" x2="16129" y2="7692"/>
                        <a14:foregroundMark x1="16129" y1="7692" x2="22401" y2="8894"/>
                        <a14:foregroundMark x1="15771" y1="89663" x2="20609" y2="89663"/>
                        <a14:foregroundMark x1="82616" y1="6490" x2="90143" y2="16587"/>
                        <a14:foregroundMark x1="90143" y1="16587" x2="90323" y2="19952"/>
                        <a14:foregroundMark x1="78853" y1="89423" x2="87097" y2="8990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19694" y="1638111"/>
            <a:ext cx="2071265" cy="15441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64DD927-BE28-FDED-6231-55E6C5E9A04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5071" b="92901" l="8945" r="94097">
                        <a14:foregroundMark x1="9481" y1="38742" x2="10018" y2="37120"/>
                        <a14:foregroundMark x1="93739" y1="56592" x2="91771" y2="66531"/>
                        <a14:foregroundMark x1="91771" y1="66531" x2="89803" y2="53144"/>
                        <a14:foregroundMark x1="89803" y1="53144" x2="94633" y2="66329"/>
                        <a14:foregroundMark x1="94633" y1="66329" x2="90519" y2="74037"/>
                        <a14:foregroundMark x1="67979" y1="91075" x2="76923" y2="91886"/>
                        <a14:foregroundMark x1="76923" y1="91886" x2="64937" y2="90264"/>
                        <a14:foregroundMark x1="64937" y1="90264" x2="77281" y2="91075"/>
                        <a14:foregroundMark x1="77281" y1="91075" x2="75313" y2="93306"/>
                        <a14:foregroundMark x1="71914" y1="8722" x2="67621" y2="10345"/>
                        <a14:foregroundMark x1="43113" y1="8114" x2="49374" y2="8114"/>
                        <a14:foregroundMark x1="75313" y1="8114" x2="73166" y2="6694"/>
                        <a14:foregroundMark x1="46691" y1="5882" x2="45081" y2="507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69645" y="1433421"/>
            <a:ext cx="2139043" cy="1886490"/>
          </a:xfrm>
          <a:prstGeom prst="rect">
            <a:avLst/>
          </a:prstGeom>
        </p:spPr>
      </p:pic>
      <p:sp>
        <p:nvSpPr>
          <p:cNvPr id="2" name="CuadroTexto 25">
            <a:extLst>
              <a:ext uri="{FF2B5EF4-FFF2-40B4-BE49-F238E27FC236}">
                <a16:creationId xmlns:a16="http://schemas.microsoft.com/office/drawing/2014/main" id="{C9F49751-1D8B-57E4-1600-5C8FEC61774B}"/>
              </a:ext>
            </a:extLst>
          </p:cNvPr>
          <p:cNvSpPr txBox="1"/>
          <p:nvPr/>
        </p:nvSpPr>
        <p:spPr>
          <a:xfrm>
            <a:off x="2204485" y="3711147"/>
            <a:ext cx="219483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formic acid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2 H, 2O</a:t>
            </a:r>
          </a:p>
        </p:txBody>
      </p:sp>
      <p:sp>
        <p:nvSpPr>
          <p:cNvPr id="3" name="CuadroTexto 26">
            <a:extLst>
              <a:ext uri="{FF2B5EF4-FFF2-40B4-BE49-F238E27FC236}">
                <a16:creationId xmlns:a16="http://schemas.microsoft.com/office/drawing/2014/main" id="{E00BA2C7-63C7-9B77-4E01-F71F0DEAC4A2}"/>
              </a:ext>
            </a:extLst>
          </p:cNvPr>
          <p:cNvSpPr txBox="1"/>
          <p:nvPr/>
        </p:nvSpPr>
        <p:spPr>
          <a:xfrm>
            <a:off x="4310743" y="3726366"/>
            <a:ext cx="35698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carbon monoxide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1O</a:t>
            </a:r>
          </a:p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 2H</a:t>
            </a:r>
          </a:p>
        </p:txBody>
      </p:sp>
      <p:sp>
        <p:nvSpPr>
          <p:cNvPr id="4" name="CuadroTexto 29">
            <a:extLst>
              <a:ext uri="{FF2B5EF4-FFF2-40B4-BE49-F238E27FC236}">
                <a16:creationId xmlns:a16="http://schemas.microsoft.com/office/drawing/2014/main" id="{C886D741-D2E7-0CB2-ACB4-DCF877B1AD30}"/>
              </a:ext>
            </a:extLst>
          </p:cNvPr>
          <p:cNvSpPr txBox="1"/>
          <p:nvPr/>
        </p:nvSpPr>
        <p:spPr>
          <a:xfrm>
            <a:off x="7344384" y="3710679"/>
            <a:ext cx="21836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ethanol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6 H, 1O</a:t>
            </a:r>
          </a:p>
        </p:txBody>
      </p:sp>
      <p:sp>
        <p:nvSpPr>
          <p:cNvPr id="5" name="CuadroTexto 30">
            <a:extLst>
              <a:ext uri="{FF2B5EF4-FFF2-40B4-BE49-F238E27FC236}">
                <a16:creationId xmlns:a16="http://schemas.microsoft.com/office/drawing/2014/main" id="{F1B48CCA-34D6-32EB-4EEE-A6AA00B8EFF9}"/>
              </a:ext>
            </a:extLst>
          </p:cNvPr>
          <p:cNvSpPr txBox="1"/>
          <p:nvPr/>
        </p:nvSpPr>
        <p:spPr>
          <a:xfrm>
            <a:off x="10132366" y="3707459"/>
            <a:ext cx="178125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ethylene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4 H</a:t>
            </a:r>
          </a:p>
        </p:txBody>
      </p:sp>
      <p:sp>
        <p:nvSpPr>
          <p:cNvPr id="6" name="CuadroTexto 4">
            <a:extLst>
              <a:ext uri="{FF2B5EF4-FFF2-40B4-BE49-F238E27FC236}">
                <a16:creationId xmlns:a16="http://schemas.microsoft.com/office/drawing/2014/main" id="{72199885-D7F0-BBC9-DCAB-C4A3C60F36A6}"/>
              </a:ext>
            </a:extLst>
          </p:cNvPr>
          <p:cNvSpPr txBox="1"/>
          <p:nvPr/>
        </p:nvSpPr>
        <p:spPr>
          <a:xfrm>
            <a:off x="103509" y="3703869"/>
            <a:ext cx="18053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methane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4 H</a:t>
            </a:r>
          </a:p>
        </p:txBody>
      </p:sp>
    </p:spTree>
    <p:extLst>
      <p:ext uri="{BB962C8B-B14F-4D97-AF65-F5344CB8AC3E}">
        <p14:creationId xmlns:p14="http://schemas.microsoft.com/office/powerpoint/2010/main" val="426412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20">
            <a:extLst>
              <a:ext uri="{FF2B5EF4-FFF2-40B4-BE49-F238E27FC236}">
                <a16:creationId xmlns:a16="http://schemas.microsoft.com/office/drawing/2014/main" id="{C3C4B75F-E07B-74CD-675D-AC022CF9901F}"/>
              </a:ext>
            </a:extLst>
          </p:cNvPr>
          <p:cNvSpPr txBox="1"/>
          <p:nvPr/>
        </p:nvSpPr>
        <p:spPr>
          <a:xfrm>
            <a:off x="0" y="-51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The peer review mechanism</a:t>
            </a:r>
            <a:endParaRPr lang="en-US" dirty="0">
              <a:solidFill>
                <a:srgbClr val="FF0000"/>
              </a:solidFill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pic>
        <p:nvPicPr>
          <p:cNvPr id="3" name="Picture 2" descr="A diagram of a research process&#10;&#10;Description automatically generated">
            <a:extLst>
              <a:ext uri="{FF2B5EF4-FFF2-40B4-BE49-F238E27FC236}">
                <a16:creationId xmlns:a16="http://schemas.microsoft.com/office/drawing/2014/main" id="{600154C6-44D4-7C1A-539C-0D774176D0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82" b="34834"/>
          <a:stretch/>
        </p:blipFill>
        <p:spPr>
          <a:xfrm>
            <a:off x="4826001" y="1003300"/>
            <a:ext cx="7251700" cy="5232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AA22AB-82FA-F1DB-CCED-6AF403243977}"/>
              </a:ext>
            </a:extLst>
          </p:cNvPr>
          <p:cNvSpPr txBox="1"/>
          <p:nvPr/>
        </p:nvSpPr>
        <p:spPr>
          <a:xfrm>
            <a:off x="5327014" y="2550155"/>
            <a:ext cx="1925829" cy="1200329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masis MT Pro Medium" panose="02040604050005020304" pitchFamily="18" charset="0"/>
              </a:rPr>
              <a:t>Ricercatori/</a:t>
            </a:r>
          </a:p>
          <a:p>
            <a:pPr algn="ctr"/>
            <a:r>
              <a:rPr lang="en-US" dirty="0" err="1">
                <a:latin typeface="Amasis MT Pro Medium" panose="02040604050005020304" pitchFamily="18" charset="0"/>
              </a:rPr>
              <a:t>Ricercatrici</a:t>
            </a:r>
            <a:endParaRPr lang="en-US" dirty="0">
              <a:latin typeface="Amasis MT Pro Medium" panose="02040604050005020304" pitchFamily="18" charset="0"/>
            </a:endParaRPr>
          </a:p>
          <a:p>
            <a:pPr algn="ctr"/>
            <a:r>
              <a:rPr lang="en-US" dirty="0" err="1">
                <a:latin typeface="Amasis MT Pro Light" panose="02040304050005020304" pitchFamily="18" charset="0"/>
              </a:rPr>
              <a:t>Studiano</a:t>
            </a:r>
            <a:r>
              <a:rPr lang="en-US" dirty="0">
                <a:latin typeface="Amasis MT Pro Light" panose="02040304050005020304" pitchFamily="18" charset="0"/>
              </a:rPr>
              <a:t> </a:t>
            </a:r>
            <a:r>
              <a:rPr lang="en-US" dirty="0" err="1">
                <a:latin typeface="Amasis MT Pro Light" panose="02040304050005020304" pitchFamily="18" charset="0"/>
              </a:rPr>
              <a:t>ricerche</a:t>
            </a:r>
            <a:r>
              <a:rPr lang="en-US" dirty="0">
                <a:latin typeface="Amasis MT Pro Light" panose="02040304050005020304" pitchFamily="18" charset="0"/>
              </a:rPr>
              <a:t> </a:t>
            </a:r>
            <a:r>
              <a:rPr lang="en-US" dirty="0" err="1">
                <a:latin typeface="Amasis MT Pro Light" panose="02040304050005020304" pitchFamily="18" charset="0"/>
              </a:rPr>
              <a:t>precedenti</a:t>
            </a:r>
            <a:endParaRPr lang="en-US" dirty="0">
              <a:latin typeface="Amasis MT Pro Light" panose="020403040500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A94861-4904-F5D0-8806-F81F0211B2D1}"/>
              </a:ext>
            </a:extLst>
          </p:cNvPr>
          <p:cNvSpPr txBox="1"/>
          <p:nvPr/>
        </p:nvSpPr>
        <p:spPr>
          <a:xfrm>
            <a:off x="7347456" y="2550155"/>
            <a:ext cx="1925829" cy="1200329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masis MT Pro Medium" panose="02040604050005020304" pitchFamily="18" charset="0"/>
              </a:rPr>
              <a:t>Ricercatori/</a:t>
            </a:r>
          </a:p>
          <a:p>
            <a:pPr algn="ctr"/>
            <a:r>
              <a:rPr lang="en-US" dirty="0" err="1">
                <a:latin typeface="Amasis MT Pro Medium" panose="02040604050005020304" pitchFamily="18" charset="0"/>
              </a:rPr>
              <a:t>Ricercatrici</a:t>
            </a:r>
            <a:endParaRPr lang="en-US" dirty="0">
              <a:latin typeface="Amasis MT Pro Medium" panose="02040604050005020304" pitchFamily="18" charset="0"/>
            </a:endParaRPr>
          </a:p>
          <a:p>
            <a:pPr algn="ctr"/>
            <a:r>
              <a:rPr lang="en-US" dirty="0" err="1">
                <a:latin typeface="Amasis MT Pro Light" panose="02040304050005020304" pitchFamily="18" charset="0"/>
              </a:rPr>
              <a:t>Conducono</a:t>
            </a:r>
            <a:r>
              <a:rPr lang="en-US" dirty="0">
                <a:latin typeface="Amasis MT Pro Light" panose="02040304050005020304" pitchFamily="18" charset="0"/>
              </a:rPr>
              <a:t> </a:t>
            </a:r>
            <a:r>
              <a:rPr lang="en-US" dirty="0" err="1">
                <a:latin typeface="Amasis MT Pro Light" panose="02040304050005020304" pitchFamily="18" charset="0"/>
              </a:rPr>
              <a:t>nuove</a:t>
            </a:r>
            <a:r>
              <a:rPr lang="en-US" dirty="0">
                <a:latin typeface="Amasis MT Pro Light" panose="02040304050005020304" pitchFamily="18" charset="0"/>
              </a:rPr>
              <a:t> </a:t>
            </a:r>
            <a:r>
              <a:rPr lang="en-US" dirty="0" err="1">
                <a:latin typeface="Amasis MT Pro Light" panose="02040304050005020304" pitchFamily="18" charset="0"/>
              </a:rPr>
              <a:t>ricerche</a:t>
            </a:r>
            <a:endParaRPr lang="en-US" dirty="0">
              <a:latin typeface="Amasis MT Pro Light" panose="020403040500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466D3C-8B07-EF8B-1535-C6362F8BF8E3}"/>
              </a:ext>
            </a:extLst>
          </p:cNvPr>
          <p:cNvSpPr txBox="1"/>
          <p:nvPr/>
        </p:nvSpPr>
        <p:spPr>
          <a:xfrm>
            <a:off x="9367898" y="2549435"/>
            <a:ext cx="1603759" cy="1200329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masis MT Pro Medium" panose="02040604050005020304" pitchFamily="18" charset="0"/>
              </a:rPr>
              <a:t>Ricercatori/</a:t>
            </a:r>
          </a:p>
          <a:p>
            <a:pPr algn="ctr"/>
            <a:r>
              <a:rPr lang="en-US" dirty="0" err="1">
                <a:latin typeface="Amasis MT Pro Medium" panose="02040604050005020304" pitchFamily="18" charset="0"/>
              </a:rPr>
              <a:t>Ricercatrici</a:t>
            </a:r>
            <a:endParaRPr lang="en-US" dirty="0">
              <a:latin typeface="Amasis MT Pro Medium" panose="02040604050005020304" pitchFamily="18" charset="0"/>
            </a:endParaRPr>
          </a:p>
          <a:p>
            <a:pPr algn="ctr"/>
            <a:r>
              <a:rPr lang="en-US" dirty="0" err="1">
                <a:latin typeface="Amasis MT Pro Light" panose="02040304050005020304" pitchFamily="18" charset="0"/>
              </a:rPr>
              <a:t>Scrivono</a:t>
            </a:r>
            <a:r>
              <a:rPr lang="en-US" dirty="0">
                <a:latin typeface="Amasis MT Pro Light" panose="02040304050005020304" pitchFamily="18" charset="0"/>
              </a:rPr>
              <a:t> un </a:t>
            </a:r>
            <a:r>
              <a:rPr lang="en-US" dirty="0" err="1">
                <a:latin typeface="Amasis MT Pro Light" panose="02040304050005020304" pitchFamily="18" charset="0"/>
              </a:rPr>
              <a:t>articolo</a:t>
            </a:r>
            <a:endParaRPr lang="en-US" dirty="0">
              <a:latin typeface="Amasis MT Pro Light" panose="020403040500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80BA9-3454-574E-4241-B7D27D7608C6}"/>
              </a:ext>
            </a:extLst>
          </p:cNvPr>
          <p:cNvSpPr txBox="1"/>
          <p:nvPr/>
        </p:nvSpPr>
        <p:spPr>
          <a:xfrm>
            <a:off x="8851900" y="5606871"/>
            <a:ext cx="3200400" cy="646331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masis MT Pro Medium" panose="02040604050005020304" pitchFamily="18" charset="0"/>
              </a:rPr>
              <a:t>Ricercatori/</a:t>
            </a:r>
            <a:r>
              <a:rPr lang="en-US" dirty="0" err="1">
                <a:latin typeface="Amasis MT Pro Medium" panose="02040604050005020304" pitchFamily="18" charset="0"/>
              </a:rPr>
              <a:t>Ricercatrici</a:t>
            </a:r>
            <a:endParaRPr lang="en-US" dirty="0">
              <a:latin typeface="Amasis MT Pro Medium" panose="02040604050005020304" pitchFamily="18" charset="0"/>
            </a:endParaRPr>
          </a:p>
          <a:p>
            <a:pPr algn="ctr"/>
            <a:r>
              <a:rPr lang="en-US" dirty="0" err="1">
                <a:latin typeface="Amasis MT Pro Light" panose="02040304050005020304" pitchFamily="18" charset="0"/>
              </a:rPr>
              <a:t>Inviano</a:t>
            </a:r>
            <a:r>
              <a:rPr lang="en-US" dirty="0">
                <a:latin typeface="Amasis MT Pro Light" panose="02040304050005020304" pitchFamily="18" charset="0"/>
              </a:rPr>
              <a:t> </a:t>
            </a:r>
            <a:r>
              <a:rPr lang="en-US" dirty="0" err="1">
                <a:latin typeface="Amasis MT Pro Light" panose="02040304050005020304" pitchFamily="18" charset="0"/>
              </a:rPr>
              <a:t>l’articolo</a:t>
            </a:r>
            <a:r>
              <a:rPr lang="en-US" dirty="0">
                <a:latin typeface="Amasis MT Pro Light" panose="02040304050005020304" pitchFamily="18" charset="0"/>
              </a:rPr>
              <a:t> ad </a:t>
            </a:r>
            <a:r>
              <a:rPr lang="en-US" dirty="0" err="1">
                <a:latin typeface="Amasis MT Pro Light" panose="02040304050005020304" pitchFamily="18" charset="0"/>
              </a:rPr>
              <a:t>una</a:t>
            </a:r>
            <a:r>
              <a:rPr lang="en-US" dirty="0">
                <a:latin typeface="Amasis MT Pro Light" panose="02040304050005020304" pitchFamily="18" charset="0"/>
              </a:rPr>
              <a:t> </a:t>
            </a:r>
            <a:r>
              <a:rPr lang="en-US" dirty="0" err="1">
                <a:latin typeface="Amasis MT Pro Light" panose="02040304050005020304" pitchFamily="18" charset="0"/>
              </a:rPr>
              <a:t>rivista</a:t>
            </a:r>
            <a:endParaRPr lang="en-US" dirty="0">
              <a:latin typeface="Amasis MT Pro Light" panose="020403040500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22CDF-FF91-1630-0CA1-2C3E078982FA}"/>
              </a:ext>
            </a:extLst>
          </p:cNvPr>
          <p:cNvSpPr txBox="1"/>
          <p:nvPr/>
        </p:nvSpPr>
        <p:spPr>
          <a:xfrm>
            <a:off x="5626098" y="5594170"/>
            <a:ext cx="3327401" cy="646331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Amasis MT Pro Medium" panose="02040604050005020304" pitchFamily="18" charset="0"/>
              </a:rPr>
              <a:t>L’articolo</a:t>
            </a:r>
            <a:r>
              <a:rPr lang="en-US" dirty="0">
                <a:latin typeface="Amasis MT Pro Medium" panose="02040604050005020304" pitchFamily="18" charset="0"/>
              </a:rPr>
              <a:t> </a:t>
            </a:r>
            <a:r>
              <a:rPr lang="en-US" dirty="0" err="1">
                <a:latin typeface="Amasis MT Pro Medium" panose="02040604050005020304" pitchFamily="18" charset="0"/>
              </a:rPr>
              <a:t>viene</a:t>
            </a:r>
            <a:r>
              <a:rPr lang="en-US" dirty="0">
                <a:latin typeface="Amasis MT Pro Medium" panose="02040604050005020304" pitchFamily="18" charset="0"/>
              </a:rPr>
              <a:t> </a:t>
            </a:r>
            <a:r>
              <a:rPr lang="en-US" dirty="0" err="1">
                <a:latin typeface="Amasis MT Pro Medium" panose="02040604050005020304" pitchFamily="18" charset="0"/>
              </a:rPr>
              <a:t>letto</a:t>
            </a:r>
            <a:r>
              <a:rPr lang="en-US" dirty="0">
                <a:latin typeface="Amasis MT Pro Medium" panose="02040604050005020304" pitchFamily="18" charset="0"/>
              </a:rPr>
              <a:t> e </a:t>
            </a:r>
            <a:r>
              <a:rPr lang="en-US" dirty="0" err="1">
                <a:latin typeface="Amasis MT Pro Medium" panose="02040604050005020304" pitchFamily="18" charset="0"/>
              </a:rPr>
              <a:t>valutato</a:t>
            </a:r>
            <a:r>
              <a:rPr lang="en-US" dirty="0">
                <a:latin typeface="Amasis MT Pro Medium" panose="02040604050005020304" pitchFamily="18" charset="0"/>
              </a:rPr>
              <a:t> da </a:t>
            </a:r>
            <a:r>
              <a:rPr lang="en-US" dirty="0" err="1">
                <a:latin typeface="Amasis MT Pro Medium" panose="02040604050005020304" pitchFamily="18" charset="0"/>
              </a:rPr>
              <a:t>esperti</a:t>
            </a:r>
            <a:r>
              <a:rPr lang="en-US" dirty="0">
                <a:latin typeface="Amasis MT Pro Medium" panose="02040604050005020304" pitchFamily="18" charset="0"/>
              </a:rPr>
              <a:t>/</a:t>
            </a:r>
            <a:r>
              <a:rPr lang="en-US" dirty="0" err="1">
                <a:latin typeface="Amasis MT Pro Medium" panose="02040604050005020304" pitchFamily="18" charset="0"/>
              </a:rPr>
              <a:t>esperte</a:t>
            </a:r>
            <a:endParaRPr lang="en-US" dirty="0">
              <a:latin typeface="Amasis MT Pro Light" panose="02040304050005020304" pitchFamily="18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379E02C-8DA5-F145-9F5A-B72434BEC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" y="1007589"/>
            <a:ext cx="4530508" cy="254841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60AE324-596F-602E-37FD-3222B76E7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9" y="3702227"/>
            <a:ext cx="4543991" cy="282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24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248</Words>
  <Application>Microsoft Office PowerPoint</Application>
  <PresentationFormat>Widescreen</PresentationFormat>
  <Paragraphs>67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Abyssinica SIL</vt:lpstr>
      <vt:lpstr>Amasis MT Pro Light</vt:lpstr>
      <vt:lpstr>Amasis MT Pro Medium</vt:lpstr>
      <vt:lpstr>Arial</vt:lpstr>
      <vt:lpstr>Biome</vt:lpstr>
      <vt:lpstr>Biome Light</vt:lpstr>
      <vt:lpstr>Calibri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Enric Ibáñez Alé</dc:creator>
  <cp:lastModifiedBy>Federico  Dattila</cp:lastModifiedBy>
  <cp:revision>24</cp:revision>
  <dcterms:created xsi:type="dcterms:W3CDTF">2022-02-17T13:13:28Z</dcterms:created>
  <dcterms:modified xsi:type="dcterms:W3CDTF">2025-12-11T08:21:22Z</dcterms:modified>
</cp:coreProperties>
</file>