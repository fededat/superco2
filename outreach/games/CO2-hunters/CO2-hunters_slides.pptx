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256" r:id="rId2"/>
    <p:sldId id="373" r:id="rId3"/>
    <p:sldId id="366" r:id="rId4"/>
    <p:sldId id="365" r:id="rId5"/>
    <p:sldId id="372" r:id="rId6"/>
    <p:sldId id="3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43CCF-75BA-4DA2-8285-2D5EBD2C5F7F}" v="7" dt="2025-12-11T12:47:44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89" d="100"/>
          <a:sy n="89" d="100"/>
        </p:scale>
        <p:origin x="172" y="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 Dattila" userId="3fbddd6b-c98a-4780-9364-b5d8323ec50d" providerId="ADAL" clId="{74B85A1C-3F89-447F-BB10-160DA5B5EB87}"/>
    <pc:docChg chg="undo custSel modSld">
      <pc:chgData name="Federico  Dattila" userId="3fbddd6b-c98a-4780-9364-b5d8323ec50d" providerId="ADAL" clId="{74B85A1C-3F89-447F-BB10-160DA5B5EB87}" dt="2025-12-11T12:47:56.527" v="406" actId="404"/>
      <pc:docMkLst>
        <pc:docMk/>
      </pc:docMkLst>
      <pc:sldChg chg="addSp delSp modSp mod">
        <pc:chgData name="Federico  Dattila" userId="3fbddd6b-c98a-4780-9364-b5d8323ec50d" providerId="ADAL" clId="{74B85A1C-3F89-447F-BB10-160DA5B5EB87}" dt="2025-12-11T12:47:56.527" v="406" actId="404"/>
        <pc:sldMkLst>
          <pc:docMk/>
          <pc:sldMk cId="2971824230" sldId="371"/>
        </pc:sldMkLst>
        <pc:spChg chg="add mod">
          <ac:chgData name="Federico  Dattila" userId="3fbddd6b-c98a-4780-9364-b5d8323ec50d" providerId="ADAL" clId="{74B85A1C-3F89-447F-BB10-160DA5B5EB87}" dt="2025-12-11T12:45:53.962" v="178" actId="404"/>
          <ac:spMkLst>
            <pc:docMk/>
            <pc:sldMk cId="2971824230" sldId="371"/>
            <ac:spMk id="2" creationId="{0FA94861-4904-F5D0-8806-F81F0211B2D1}"/>
          </ac:spMkLst>
        </pc:spChg>
        <pc:spChg chg="add del mod">
          <ac:chgData name="Federico  Dattila" userId="3fbddd6b-c98a-4780-9364-b5d8323ec50d" providerId="ADAL" clId="{74B85A1C-3F89-447F-BB10-160DA5B5EB87}" dt="2025-12-11T12:45:51.322" v="177" actId="404"/>
          <ac:spMkLst>
            <pc:docMk/>
            <pc:sldMk cId="2971824230" sldId="371"/>
            <ac:spMk id="4" creationId="{72AA22AB-82FA-F1DB-CCED-6AF403243977}"/>
          </ac:spMkLst>
        </pc:spChg>
        <pc:spChg chg="del">
          <ac:chgData name="Federico  Dattila" userId="3fbddd6b-c98a-4780-9364-b5d8323ec50d" providerId="ADAL" clId="{74B85A1C-3F89-447F-BB10-160DA5B5EB87}" dt="2025-12-11T12:44:45.298" v="72" actId="21"/>
          <ac:spMkLst>
            <pc:docMk/>
            <pc:sldMk cId="2971824230" sldId="371"/>
            <ac:spMk id="5" creationId="{0FA94861-4904-F5D0-8806-F81F0211B2D1}"/>
          </ac:spMkLst>
        </pc:spChg>
        <pc:spChg chg="del mod">
          <ac:chgData name="Federico  Dattila" userId="3fbddd6b-c98a-4780-9364-b5d8323ec50d" providerId="ADAL" clId="{74B85A1C-3F89-447F-BB10-160DA5B5EB87}" dt="2025-12-11T12:45:27.535" v="113" actId="21"/>
          <ac:spMkLst>
            <pc:docMk/>
            <pc:sldMk cId="2971824230" sldId="371"/>
            <ac:spMk id="6" creationId="{27466D3C-8B07-EF8B-1535-C6362F8BF8E3}"/>
          </ac:spMkLst>
        </pc:spChg>
        <pc:spChg chg="del mod">
          <ac:chgData name="Federico  Dattila" userId="3fbddd6b-c98a-4780-9364-b5d8323ec50d" providerId="ADAL" clId="{74B85A1C-3F89-447F-BB10-160DA5B5EB87}" dt="2025-12-11T12:46:04.622" v="180" actId="21"/>
          <ac:spMkLst>
            <pc:docMk/>
            <pc:sldMk cId="2971824230" sldId="371"/>
            <ac:spMk id="7" creationId="{95180BA9-3454-574E-4241-B7D27D7608C6}"/>
          </ac:spMkLst>
        </pc:spChg>
        <pc:spChg chg="del mod">
          <ac:chgData name="Federico  Dattila" userId="3fbddd6b-c98a-4780-9364-b5d8323ec50d" providerId="ADAL" clId="{74B85A1C-3F89-447F-BB10-160DA5B5EB87}" dt="2025-12-11T12:46:54.327" v="247" actId="21"/>
          <ac:spMkLst>
            <pc:docMk/>
            <pc:sldMk cId="2971824230" sldId="371"/>
            <ac:spMk id="8" creationId="{EC522CDF-FF91-1630-0CA1-2C3E078982FA}"/>
          </ac:spMkLst>
        </pc:spChg>
        <pc:spChg chg="add mod">
          <ac:chgData name="Federico  Dattila" userId="3fbddd6b-c98a-4780-9364-b5d8323ec50d" providerId="ADAL" clId="{74B85A1C-3F89-447F-BB10-160DA5B5EB87}" dt="2025-12-11T12:45:57.170" v="179" actId="404"/>
          <ac:spMkLst>
            <pc:docMk/>
            <pc:sldMk cId="2971824230" sldId="371"/>
            <ac:spMk id="9" creationId="{27466D3C-8B07-EF8B-1535-C6362F8BF8E3}"/>
          </ac:spMkLst>
        </pc:spChg>
        <pc:spChg chg="add mod">
          <ac:chgData name="Federico  Dattila" userId="3fbddd6b-c98a-4780-9364-b5d8323ec50d" providerId="ADAL" clId="{74B85A1C-3F89-447F-BB10-160DA5B5EB87}" dt="2025-12-11T12:46:49.434" v="246" actId="20577"/>
          <ac:spMkLst>
            <pc:docMk/>
            <pc:sldMk cId="2971824230" sldId="371"/>
            <ac:spMk id="10" creationId="{95180BA9-3454-574E-4241-B7D27D7608C6}"/>
          </ac:spMkLst>
        </pc:spChg>
        <pc:spChg chg="add del mod">
          <ac:chgData name="Federico  Dattila" userId="3fbddd6b-c98a-4780-9364-b5d8323ec50d" providerId="ADAL" clId="{74B85A1C-3F89-447F-BB10-160DA5B5EB87}" dt="2025-12-11T12:47:03.473" v="249" actId="21"/>
          <ac:spMkLst>
            <pc:docMk/>
            <pc:sldMk cId="2971824230" sldId="371"/>
            <ac:spMk id="11" creationId="{EC522CDF-FF91-1630-0CA1-2C3E078982FA}"/>
          </ac:spMkLst>
        </pc:spChg>
        <pc:spChg chg="add del mod">
          <ac:chgData name="Federico  Dattila" userId="3fbddd6b-c98a-4780-9364-b5d8323ec50d" providerId="ADAL" clId="{74B85A1C-3F89-447F-BB10-160DA5B5EB87}" dt="2025-12-11T12:47:26.282" v="337" actId="21"/>
          <ac:spMkLst>
            <pc:docMk/>
            <pc:sldMk cId="2971824230" sldId="371"/>
            <ac:spMk id="12" creationId="{EC522CDF-FF91-1630-0CA1-2C3E078982FA}"/>
          </ac:spMkLst>
        </pc:spChg>
        <pc:spChg chg="add del mod">
          <ac:chgData name="Federico  Dattila" userId="3fbddd6b-c98a-4780-9364-b5d8323ec50d" providerId="ADAL" clId="{74B85A1C-3F89-447F-BB10-160DA5B5EB87}" dt="2025-12-11T12:47:42.625" v="375" actId="21"/>
          <ac:spMkLst>
            <pc:docMk/>
            <pc:sldMk cId="2971824230" sldId="371"/>
            <ac:spMk id="13" creationId="{EC522CDF-FF91-1630-0CA1-2C3E078982FA}"/>
          </ac:spMkLst>
        </pc:spChg>
        <pc:spChg chg="add mod">
          <ac:chgData name="Federico  Dattila" userId="3fbddd6b-c98a-4780-9364-b5d8323ec50d" providerId="ADAL" clId="{74B85A1C-3F89-447F-BB10-160DA5B5EB87}" dt="2025-12-11T12:47:56.527" v="406" actId="404"/>
          <ac:spMkLst>
            <pc:docMk/>
            <pc:sldMk cId="2971824230" sldId="371"/>
            <ac:spMk id="14" creationId="{EC522CDF-FF91-1630-0CA1-2C3E078982FA}"/>
          </ac:spMkLst>
        </pc:spChg>
        <pc:picChg chg="mod modCrop">
          <ac:chgData name="Federico  Dattila" userId="3fbddd6b-c98a-4780-9364-b5d8323ec50d" providerId="ADAL" clId="{74B85A1C-3F89-447F-BB10-160DA5B5EB87}" dt="2025-12-11T12:46:14.679" v="181" actId="732"/>
          <ac:picMkLst>
            <pc:docMk/>
            <pc:sldMk cId="2971824230" sldId="371"/>
            <ac:picMk id="3" creationId="{600154C6-44D4-7C1A-539C-0D774176D0F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A4328-0D54-438C-82C2-1E6179B8729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38268-AC85-4514-86E2-D5622E0EB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1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3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320" y="1604494"/>
            <a:ext cx="10971656" cy="397679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521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320" y="1604494"/>
            <a:ext cx="10971656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28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319" y="1604494"/>
            <a:ext cx="5354078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688" y="1604494"/>
            <a:ext cx="5354078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2257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</p:spTree>
    <p:extLst>
      <p:ext uri="{BB962C8B-B14F-4D97-AF65-F5344CB8AC3E}">
        <p14:creationId xmlns:p14="http://schemas.microsoft.com/office/powerpoint/2010/main" val="1283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320" y="273237"/>
            <a:ext cx="10971656" cy="530805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066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319" y="1604494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09319" y="3681685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231688" y="1604494"/>
            <a:ext cx="5354078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22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319" y="1604494"/>
            <a:ext cx="5354078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688" y="1604494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688" y="3681685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309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319" y="1604494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688" y="1604494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320" y="3681685"/>
            <a:ext cx="10971656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133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320" y="1604494"/>
            <a:ext cx="10971656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320" y="3681685"/>
            <a:ext cx="10971656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477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319" y="1604494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688" y="1604494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231688" y="3681685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319" y="3681685"/>
            <a:ext cx="5354078" cy="1896665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203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5323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byssinica SI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320" y="1604494"/>
            <a:ext cx="10971656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09320" y="1604494"/>
            <a:ext cx="10971656" cy="3976794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871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Imagen 36"/>
          <p:cNvPicPr/>
          <p:nvPr/>
        </p:nvPicPr>
        <p:blipFill>
          <a:blip r:embed="rId2"/>
          <a:stretch/>
        </p:blipFill>
        <p:spPr>
          <a:xfrm>
            <a:off x="2770026" y="1604494"/>
            <a:ext cx="6649806" cy="3976794"/>
          </a:xfrm>
          <a:prstGeom prst="rect">
            <a:avLst/>
          </a:prstGeom>
          <a:ln>
            <a:noFill/>
          </a:ln>
        </p:spPr>
      </p:pic>
      <p:pic>
        <p:nvPicPr>
          <p:cNvPr id="38" name="Imagen 37"/>
          <p:cNvPicPr/>
          <p:nvPr/>
        </p:nvPicPr>
        <p:blipFill>
          <a:blip r:embed="rId2"/>
          <a:stretch/>
        </p:blipFill>
        <p:spPr>
          <a:xfrm>
            <a:off x="2770026" y="1604494"/>
            <a:ext cx="6649806" cy="39767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9374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167" indent="0" algn="ctr">
              <a:buNone/>
              <a:defRPr sz="1999"/>
            </a:lvl2pPr>
            <a:lvl3pPr marL="914335" indent="0" algn="ctr">
              <a:buNone/>
              <a:defRPr sz="1800"/>
            </a:lvl3pPr>
            <a:lvl4pPr marL="1371501" indent="0" algn="ctr">
              <a:buNone/>
              <a:defRPr sz="1600"/>
            </a:lvl4pPr>
            <a:lvl5pPr marL="1828669" indent="0" algn="ctr">
              <a:buNone/>
              <a:defRPr sz="1600"/>
            </a:lvl5pPr>
            <a:lvl6pPr marL="2285836" indent="0" algn="ctr">
              <a:buNone/>
              <a:defRPr sz="1600"/>
            </a:lvl6pPr>
            <a:lvl7pPr marL="2743004" indent="0" algn="ctr">
              <a:buNone/>
              <a:defRPr sz="1600"/>
            </a:lvl7pPr>
            <a:lvl8pPr marL="3200171" indent="0" algn="ctr">
              <a:buNone/>
              <a:defRPr sz="1600"/>
            </a:lvl8pPr>
            <a:lvl9pPr marL="365733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5E13-1FEC-488E-BF5B-8A2C563E86BF}" type="datetime1">
              <a:rPr lang="en-GB" smtClean="0"/>
              <a:t>11/12/2025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3023-3CDB-41D5-9ADC-87874D855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23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320" y="273237"/>
            <a:ext cx="10971656" cy="1144854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5323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byssinica SI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320" y="1604494"/>
            <a:ext cx="10971656" cy="3976794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871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1045277" lvl="1" indent="-391979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87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567917" lvl="2" indent="-348426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904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2090556" lvl="3" indent="-26132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19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613194" lvl="4" indent="-26132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19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3135832" lvl="5" indent="-26132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19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658471" lvl="6" indent="-26132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19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609320" y="6246916"/>
            <a:ext cx="2840148" cy="472697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694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168977" y="6246916"/>
            <a:ext cx="3864100" cy="472697"/>
          </a:xfrm>
          <a:prstGeom prst="rect">
            <a:avLst/>
          </a:prstGeom>
        </p:spPr>
        <p:txBody>
          <a:bodyPr lIns="0" tIns="0" rIns="0" bIns="0"/>
          <a:lstStyle/>
          <a:p>
            <a:pPr algn="ctr"/>
            <a:r>
              <a:rPr lang="en-US" sz="1694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740828" y="6246916"/>
            <a:ext cx="2840148" cy="472697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fld id="{E7EC358A-C2DA-4CE7-BF49-95A48869A7C9}" type="slidenum">
              <a:rPr lang="en-US" sz="1694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694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5028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1106252" rtl="0" eaLnBrk="1" latinLnBrk="0" hangingPunct="1">
        <a:lnSpc>
          <a:spcPct val="90000"/>
        </a:lnSpc>
        <a:spcBef>
          <a:spcPct val="0"/>
        </a:spcBef>
        <a:buNone/>
        <a:defRPr sz="5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1738" indent="-293803" algn="l" defTabSz="1106252" rtl="0" eaLnBrk="1" latinLnBrk="0" hangingPunct="1">
        <a:lnSpc>
          <a:spcPct val="90000"/>
        </a:lnSpc>
        <a:spcBef>
          <a:spcPts val="1210"/>
        </a:spcBef>
        <a:buClr>
          <a:srgbClr val="000000"/>
        </a:buClr>
        <a:buSzPct val="45000"/>
        <a:buFont typeface="Wingdings" charset="2"/>
        <a:buChar char=""/>
        <a:defRPr sz="3387" kern="1200">
          <a:solidFill>
            <a:schemeClr val="tx1"/>
          </a:solidFill>
          <a:latin typeface="+mn-lt"/>
          <a:ea typeface="+mn-ea"/>
          <a:cs typeface="+mn-cs"/>
        </a:defRPr>
      </a:lvl1pPr>
      <a:lvl2pPr marL="829689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904" kern="1200">
          <a:solidFill>
            <a:schemeClr val="tx1"/>
          </a:solidFill>
          <a:latin typeface="+mn-lt"/>
          <a:ea typeface="+mn-ea"/>
          <a:cs typeface="+mn-cs"/>
        </a:defRPr>
      </a:lvl2pPr>
      <a:lvl3pPr marL="1382815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419" kern="1200">
          <a:solidFill>
            <a:schemeClr val="tx1"/>
          </a:solidFill>
          <a:latin typeface="+mn-lt"/>
          <a:ea typeface="+mn-ea"/>
          <a:cs typeface="+mn-cs"/>
        </a:defRPr>
      </a:lvl3pPr>
      <a:lvl4pPr marL="1935941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489067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3042193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595319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4148445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701570" indent="-276562" algn="l" defTabSz="1106252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1pPr>
      <a:lvl2pPr marL="553126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106252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3pPr>
      <a:lvl4pPr marL="1659379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4pPr>
      <a:lvl5pPr marL="2212504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5pPr>
      <a:lvl6pPr marL="2765630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6pPr>
      <a:lvl7pPr marL="3318756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7pPr>
      <a:lvl8pPr marL="3871883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8pPr>
      <a:lvl9pPr marL="4425008" algn="l" defTabSz="1106252" rtl="0" eaLnBrk="1" latinLnBrk="0" hangingPunct="1">
        <a:defRPr sz="21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0E91CB7C-6CAE-460B-8B21-F46E73BF512A}"/>
              </a:ext>
            </a:extLst>
          </p:cNvPr>
          <p:cNvSpPr txBox="1"/>
          <p:nvPr/>
        </p:nvSpPr>
        <p:spPr>
          <a:xfrm>
            <a:off x="0" y="1158294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9178"/>
            <a:r>
              <a:rPr lang="it-IT" sz="8800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</a:t>
            </a:r>
            <a:r>
              <a:rPr lang="it-IT" sz="8800" baseline="-25000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2</a:t>
            </a:r>
            <a:r>
              <a:rPr lang="it-IT" sz="8800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hunters!</a:t>
            </a:r>
            <a:br>
              <a:rPr lang="it-IT" sz="8800" dirty="0">
                <a:solidFill>
                  <a:srgbClr val="00B050"/>
                </a:solidFill>
                <a:latin typeface="Biome" panose="020B0503030204020804" pitchFamily="34" charset="0"/>
                <a:cs typeface="Biome" panose="020B0503030204020804" pitchFamily="34" charset="0"/>
              </a:rPr>
            </a:br>
            <a:r>
              <a:rPr lang="en-US" sz="54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The CO</a:t>
            </a:r>
            <a:r>
              <a:rPr lang="en-US" sz="5400" baseline="-250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2</a:t>
            </a:r>
            <a:r>
              <a:rPr lang="en-US" sz="5400" dirty="0">
                <a:solidFill>
                  <a:srgbClr val="00B05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reduction game to learn Chemistry!</a:t>
            </a:r>
            <a:endParaRPr lang="it-IT" sz="5400" dirty="0">
              <a:solidFill>
                <a:srgbClr val="00B05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495CBD-24A4-452D-97B2-D96D38B4BC8A}"/>
              </a:ext>
            </a:extLst>
          </p:cNvPr>
          <p:cNvSpPr txBox="1"/>
          <p:nvPr/>
        </p:nvSpPr>
        <p:spPr>
          <a:xfrm>
            <a:off x="-2837" y="4894045"/>
            <a:ext cx="121916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9178"/>
            <a:r>
              <a:rPr lang="en-US" sz="3200" dirty="0">
                <a:solidFill>
                  <a:prstClr val="black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Dr. Federico Dattila</a:t>
            </a:r>
          </a:p>
          <a:p>
            <a:pPr algn="ctr" defTabSz="829178"/>
            <a:r>
              <a:rPr lang="en-US" sz="3200" dirty="0">
                <a:solidFill>
                  <a:prstClr val="black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CREST Group, DISAT, </a:t>
            </a:r>
            <a:r>
              <a:rPr lang="en-US" sz="3200" dirty="0" err="1">
                <a:solidFill>
                  <a:prstClr val="black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Politecnico</a:t>
            </a:r>
            <a:r>
              <a:rPr lang="en-US" sz="3200" dirty="0">
                <a:solidFill>
                  <a:prstClr val="black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di Torino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42DD1C-60A6-1356-A4FF-3A65368E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6E20D3-E480-4010-7163-E5CF09452CB8}"/>
              </a:ext>
            </a:extLst>
          </p:cNvPr>
          <p:cNvSpPr txBox="1"/>
          <p:nvPr/>
        </p:nvSpPr>
        <p:spPr>
          <a:xfrm>
            <a:off x="0" y="1524000"/>
            <a:ext cx="12191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9178"/>
            <a:r>
              <a:rPr lang="it-IT" sz="6000" dirty="0" err="1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Introduction</a:t>
            </a:r>
            <a:r>
              <a:rPr lang="it-IT" sz="60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to </a:t>
            </a:r>
          </a:p>
          <a:p>
            <a:pPr algn="ctr" defTabSz="829178"/>
            <a:r>
              <a:rPr lang="it-IT" sz="6000" dirty="0" err="1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your</a:t>
            </a:r>
            <a:r>
              <a:rPr lang="it-IT" sz="60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it-IT" sz="6000" dirty="0" err="1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research</a:t>
            </a:r>
            <a:r>
              <a:rPr lang="it-IT" sz="60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/ field </a:t>
            </a:r>
          </a:p>
          <a:p>
            <a:pPr algn="ctr" defTabSz="829178"/>
            <a:endParaRPr lang="it-IT" sz="6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algn="ctr" defTabSz="829178"/>
            <a:r>
              <a:rPr lang="it-IT" sz="60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(to </a:t>
            </a:r>
            <a:r>
              <a:rPr lang="it-IT" sz="6000" dirty="0" err="1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your</a:t>
            </a:r>
            <a:r>
              <a:rPr lang="it-IT" sz="60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</a:t>
            </a:r>
            <a:r>
              <a:rPr lang="it-IT" sz="6000" dirty="0" err="1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own</a:t>
            </a:r>
            <a:r>
              <a:rPr lang="it-IT" sz="60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 taste!)</a:t>
            </a:r>
            <a:endParaRPr lang="it-IT" sz="40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6511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0F9B711-3D18-F05F-84AA-236A571E2CAA}"/>
              </a:ext>
            </a:extLst>
          </p:cNvPr>
          <p:cNvSpPr txBox="1"/>
          <p:nvPr/>
        </p:nvSpPr>
        <p:spPr>
          <a:xfrm>
            <a:off x="0" y="0"/>
            <a:ext cx="12191999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9178"/>
            <a:r>
              <a:rPr lang="it-IT" sz="60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Now</a:t>
            </a:r>
            <a:r>
              <a:rPr lang="it-IT" sz="6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it-IT" sz="60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it's</a:t>
            </a:r>
            <a:r>
              <a:rPr lang="it-IT" sz="6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r>
              <a:rPr lang="it-IT" sz="60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your</a:t>
            </a:r>
            <a:r>
              <a:rPr lang="it-IT" sz="6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 turn to be </a:t>
            </a:r>
            <a:r>
              <a:rPr lang="it-IT" sz="6000" dirty="0" err="1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entrepreneurs</a:t>
            </a:r>
            <a:r>
              <a:rPr lang="it-IT" sz="6000" dirty="0">
                <a:solidFill>
                  <a:schemeClr val="bg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!</a:t>
            </a:r>
            <a:endParaRPr lang="en-US" sz="6000" dirty="0">
              <a:solidFill>
                <a:schemeClr val="bg1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algn="ctr" defTabSz="829178"/>
            <a:endParaRPr lang="en-US" sz="4800" dirty="0">
              <a:solidFill>
                <a:schemeClr val="bg1"/>
              </a:solidFill>
              <a:latin typeface="Amasis MT Pro Light" panose="02040304050005020304" pitchFamily="18" charset="0"/>
            </a:endParaRPr>
          </a:p>
          <a:p>
            <a:pPr marL="1143000" indent="-1143000" defTabSz="829178"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Split into teams…</a:t>
            </a:r>
          </a:p>
          <a:p>
            <a:pPr marL="914400" indent="-914400" defTabSz="829178">
              <a:buFont typeface="+mj-lt"/>
              <a:buAutoNum type="arabicPeriod"/>
            </a:pPr>
            <a:endParaRPr lang="en-US" sz="44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1143000" indent="-1143000" defTabSz="829178"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You have a limited time to convert CO</a:t>
            </a:r>
            <a:r>
              <a:rPr lang="en-US" sz="4400" baseline="-250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2</a:t>
            </a:r>
            <a:r>
              <a:rPr lang="en-US" sz="4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…</a:t>
            </a:r>
          </a:p>
          <a:p>
            <a:pPr marL="914400" indent="-914400" defTabSz="829178">
              <a:buFont typeface="+mj-lt"/>
              <a:buAutoNum type="arabicPeriod"/>
            </a:pPr>
            <a:endParaRPr lang="en-US" sz="44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  <a:p>
            <a:pPr marL="1143000" indent="-1143000" defTabSz="829178">
              <a:buFont typeface="+mj-lt"/>
              <a:buAutoNum type="arabicPeriod"/>
            </a:pPr>
            <a:r>
              <a:rPr lang="en-US" sz="4400" dirty="0">
                <a:solidFill>
                  <a:schemeClr val="bg1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The team with best products wins! </a:t>
            </a:r>
            <a:endParaRPr lang="it-IT" sz="4000" dirty="0">
              <a:solidFill>
                <a:schemeClr val="bg1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4376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2">
            <a:extLst>
              <a:ext uri="{FF2B5EF4-FFF2-40B4-BE49-F238E27FC236}">
                <a16:creationId xmlns:a16="http://schemas.microsoft.com/office/drawing/2014/main" id="{D5EC3236-1AF1-036D-BDA9-7C4299D10EC9}"/>
              </a:ext>
            </a:extLst>
          </p:cNvPr>
          <p:cNvSpPr txBox="1"/>
          <p:nvPr/>
        </p:nvSpPr>
        <p:spPr>
          <a:xfrm>
            <a:off x="610549" y="868114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+1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9FED98C-5C73-B2F3-8929-ECED233DA1C7}"/>
              </a:ext>
            </a:extLst>
          </p:cNvPr>
          <p:cNvSpPr txBox="1"/>
          <p:nvPr/>
        </p:nvSpPr>
        <p:spPr>
          <a:xfrm>
            <a:off x="2933980" y="841623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+4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47CF1BF-5594-A0D5-D4DD-EE1D6B1F01C1}"/>
              </a:ext>
            </a:extLst>
          </p:cNvPr>
          <p:cNvSpPr txBox="1"/>
          <p:nvPr/>
        </p:nvSpPr>
        <p:spPr>
          <a:xfrm>
            <a:off x="5657934" y="879690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+2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CuadroTexto 13">
            <a:extLst>
              <a:ext uri="{FF2B5EF4-FFF2-40B4-BE49-F238E27FC236}">
                <a16:creationId xmlns:a16="http://schemas.microsoft.com/office/drawing/2014/main" id="{ADAB539E-18A2-D39D-175F-94B192F63C4E}"/>
              </a:ext>
            </a:extLst>
          </p:cNvPr>
          <p:cNvSpPr txBox="1"/>
          <p:nvPr/>
        </p:nvSpPr>
        <p:spPr>
          <a:xfrm>
            <a:off x="7999635" y="868716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+6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uadroTexto 14">
            <a:extLst>
              <a:ext uri="{FF2B5EF4-FFF2-40B4-BE49-F238E27FC236}">
                <a16:creationId xmlns:a16="http://schemas.microsoft.com/office/drawing/2014/main" id="{8652BF97-302F-BD33-D092-00C827BF2E07}"/>
              </a:ext>
            </a:extLst>
          </p:cNvPr>
          <p:cNvSpPr txBox="1"/>
          <p:nvPr/>
        </p:nvSpPr>
        <p:spPr>
          <a:xfrm>
            <a:off x="10624416" y="891263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+7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5" name="CuadroTexto 18">
            <a:extLst>
              <a:ext uri="{FF2B5EF4-FFF2-40B4-BE49-F238E27FC236}">
                <a16:creationId xmlns:a16="http://schemas.microsoft.com/office/drawing/2014/main" id="{0503460B-B7D4-54F9-5398-C1F432375695}"/>
              </a:ext>
            </a:extLst>
          </p:cNvPr>
          <p:cNvSpPr txBox="1"/>
          <p:nvPr/>
        </p:nvSpPr>
        <p:spPr>
          <a:xfrm>
            <a:off x="6153143" y="2663388"/>
            <a:ext cx="740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+3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6" name="CuadroTexto 20">
            <a:extLst>
              <a:ext uri="{FF2B5EF4-FFF2-40B4-BE49-F238E27FC236}">
                <a16:creationId xmlns:a16="http://schemas.microsoft.com/office/drawing/2014/main" id="{C3C4B75F-E07B-74CD-675D-AC022CF9901F}"/>
              </a:ext>
            </a:extLst>
          </p:cNvPr>
          <p:cNvSpPr txBox="1"/>
          <p:nvPr/>
        </p:nvSpPr>
        <p:spPr>
          <a:xfrm>
            <a:off x="0" y="-51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Score</a:t>
            </a:r>
            <a:endParaRPr lang="en-US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7" name="Elipse 3">
            <a:extLst>
              <a:ext uri="{FF2B5EF4-FFF2-40B4-BE49-F238E27FC236}">
                <a16:creationId xmlns:a16="http://schemas.microsoft.com/office/drawing/2014/main" id="{B9FD2EDD-743A-1573-F4B0-663FC1A032FA}"/>
              </a:ext>
            </a:extLst>
          </p:cNvPr>
          <p:cNvSpPr/>
          <p:nvPr/>
        </p:nvSpPr>
        <p:spPr>
          <a:xfrm>
            <a:off x="20320" y="846484"/>
            <a:ext cx="190636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8" name="Elipse 21">
            <a:extLst>
              <a:ext uri="{FF2B5EF4-FFF2-40B4-BE49-F238E27FC236}">
                <a16:creationId xmlns:a16="http://schemas.microsoft.com/office/drawing/2014/main" id="{DCEBB8ED-4A62-33AD-CE4F-020D3D1F09CA}"/>
              </a:ext>
            </a:extLst>
          </p:cNvPr>
          <p:cNvSpPr/>
          <p:nvPr/>
        </p:nvSpPr>
        <p:spPr>
          <a:xfrm>
            <a:off x="5093556" y="864481"/>
            <a:ext cx="190636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Elipse 22">
            <a:extLst>
              <a:ext uri="{FF2B5EF4-FFF2-40B4-BE49-F238E27FC236}">
                <a16:creationId xmlns:a16="http://schemas.microsoft.com/office/drawing/2014/main" id="{5D02EFE2-D94D-57A1-2D58-FBE61AC771DB}"/>
              </a:ext>
            </a:extLst>
          </p:cNvPr>
          <p:cNvSpPr/>
          <p:nvPr/>
        </p:nvSpPr>
        <p:spPr>
          <a:xfrm>
            <a:off x="2369386" y="833991"/>
            <a:ext cx="190636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0" name="Elipse 23">
            <a:extLst>
              <a:ext uri="{FF2B5EF4-FFF2-40B4-BE49-F238E27FC236}">
                <a16:creationId xmlns:a16="http://schemas.microsoft.com/office/drawing/2014/main" id="{99BC8C31-F5A9-D15F-D6B3-A1794837BA84}"/>
              </a:ext>
            </a:extLst>
          </p:cNvPr>
          <p:cNvSpPr/>
          <p:nvPr/>
        </p:nvSpPr>
        <p:spPr>
          <a:xfrm>
            <a:off x="7297100" y="856540"/>
            <a:ext cx="228755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1" name="Elipse 24">
            <a:extLst>
              <a:ext uri="{FF2B5EF4-FFF2-40B4-BE49-F238E27FC236}">
                <a16:creationId xmlns:a16="http://schemas.microsoft.com/office/drawing/2014/main" id="{ECB99356-2394-CF31-9FA1-8E54F397F096}"/>
              </a:ext>
            </a:extLst>
          </p:cNvPr>
          <p:cNvSpPr/>
          <p:nvPr/>
        </p:nvSpPr>
        <p:spPr>
          <a:xfrm>
            <a:off x="9878411" y="879690"/>
            <a:ext cx="228755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2" name="CuadroTexto 4">
            <a:extLst>
              <a:ext uri="{FF2B5EF4-FFF2-40B4-BE49-F238E27FC236}">
                <a16:creationId xmlns:a16="http://schemas.microsoft.com/office/drawing/2014/main" id="{2B18EA2B-1B43-ABCB-F038-F8A8A54C344E}"/>
              </a:ext>
            </a:extLst>
          </p:cNvPr>
          <p:cNvSpPr txBox="1"/>
          <p:nvPr/>
        </p:nvSpPr>
        <p:spPr>
          <a:xfrm>
            <a:off x="342900" y="5542248"/>
            <a:ext cx="115961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Bonus: +10 if you use the most 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carbon</a:t>
            </a:r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;</a:t>
            </a:r>
          </a:p>
          <a:p>
            <a:pPr lvl="4"/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+5 if you use the most 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hydrogen</a:t>
            </a:r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.</a:t>
            </a:r>
          </a:p>
        </p:txBody>
      </p:sp>
      <p:sp>
        <p:nvSpPr>
          <p:cNvPr id="23" name="CuadroTexto 25">
            <a:extLst>
              <a:ext uri="{FF2B5EF4-FFF2-40B4-BE49-F238E27FC236}">
                <a16:creationId xmlns:a16="http://schemas.microsoft.com/office/drawing/2014/main" id="{DFA65DC4-60A1-A2DF-A958-3CBFFA96C274}"/>
              </a:ext>
            </a:extLst>
          </p:cNvPr>
          <p:cNvSpPr txBox="1"/>
          <p:nvPr/>
        </p:nvSpPr>
        <p:spPr>
          <a:xfrm>
            <a:off x="2204485" y="3711147"/>
            <a:ext cx="21948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formic acid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1 C, 2 H, 2O</a:t>
            </a:r>
          </a:p>
        </p:txBody>
      </p:sp>
      <p:sp>
        <p:nvSpPr>
          <p:cNvPr id="24" name="CuadroTexto 26">
            <a:extLst>
              <a:ext uri="{FF2B5EF4-FFF2-40B4-BE49-F238E27FC236}">
                <a16:creationId xmlns:a16="http://schemas.microsoft.com/office/drawing/2014/main" id="{B8B0096C-1B3D-981E-B18F-146BC56DF28F}"/>
              </a:ext>
            </a:extLst>
          </p:cNvPr>
          <p:cNvSpPr txBox="1"/>
          <p:nvPr/>
        </p:nvSpPr>
        <p:spPr>
          <a:xfrm>
            <a:off x="4310743" y="3726366"/>
            <a:ext cx="35698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carbon monoxide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1 C, 1O</a:t>
            </a:r>
          </a:p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hydrogen</a:t>
            </a:r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 2H</a:t>
            </a:r>
          </a:p>
        </p:txBody>
      </p:sp>
      <p:sp>
        <p:nvSpPr>
          <p:cNvPr id="25" name="CuadroTexto 29">
            <a:extLst>
              <a:ext uri="{FF2B5EF4-FFF2-40B4-BE49-F238E27FC236}">
                <a16:creationId xmlns:a16="http://schemas.microsoft.com/office/drawing/2014/main" id="{236512C3-3403-5BAF-F5D6-7F12248C70D2}"/>
              </a:ext>
            </a:extLst>
          </p:cNvPr>
          <p:cNvSpPr txBox="1"/>
          <p:nvPr/>
        </p:nvSpPr>
        <p:spPr>
          <a:xfrm>
            <a:off x="7344384" y="3710679"/>
            <a:ext cx="21836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ethanol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2 C, 6 H, 1O</a:t>
            </a:r>
          </a:p>
        </p:txBody>
      </p:sp>
      <p:sp>
        <p:nvSpPr>
          <p:cNvPr id="26" name="CuadroTexto 30">
            <a:extLst>
              <a:ext uri="{FF2B5EF4-FFF2-40B4-BE49-F238E27FC236}">
                <a16:creationId xmlns:a16="http://schemas.microsoft.com/office/drawing/2014/main" id="{3C23B4B6-8416-74D3-9A45-5447C96F2546}"/>
              </a:ext>
            </a:extLst>
          </p:cNvPr>
          <p:cNvSpPr txBox="1"/>
          <p:nvPr/>
        </p:nvSpPr>
        <p:spPr>
          <a:xfrm>
            <a:off x="10132366" y="3707459"/>
            <a:ext cx="17812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ethylene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2 C, 4 H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78FEC8D-3866-DFFF-78E4-B88B974E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94" b="92798" l="9877" r="89877">
                        <a14:foregroundMark x1="49383" y1="10249" x2="53580" y2="10526"/>
                        <a14:foregroundMark x1="48148" y1="90028" x2="55556" y2="92798"/>
                        <a14:foregroundMark x1="51358" y1="6094" x2="46420" y2="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041" y="1615388"/>
            <a:ext cx="1783364" cy="158961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CD68EE3-A1A9-0D5F-BB24-38C3DCE6D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71" b="91129" l="8098" r="91337">
                        <a14:foregroundMark x1="8286" y1="37903" x2="9416" y2="41532"/>
                        <a14:foregroundMark x1="67985" y1="10484" x2="77401" y2="6048"/>
                        <a14:foregroundMark x1="77401" y1="6048" x2="89642" y2="37903"/>
                        <a14:foregroundMark x1="89642" y1="37903" x2="90772" y2="61694"/>
                        <a14:foregroundMark x1="90772" y1="61694" x2="90395" y2="39113"/>
                        <a14:foregroundMark x1="90395" y1="39113" x2="90584" y2="65726"/>
                        <a14:foregroundMark x1="90584" y1="65726" x2="91525" y2="41129"/>
                        <a14:foregroundMark x1="91525" y1="41129" x2="89831" y2="30242"/>
                        <a14:foregroundMark x1="72128" y1="89919" x2="77966" y2="911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5346931" y="1741999"/>
            <a:ext cx="1320541" cy="6167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333314-3C79-F194-E705-86D4320618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749" b="89668" l="9543" r="95229">
                        <a14:foregroundMark x1="9344" y1="61255" x2="9543" y2="38376"/>
                        <a14:foregroundMark x1="9543" y1="38376" x2="10537" y2="32472"/>
                        <a14:foregroundMark x1="29026" y1="9963" x2="31809" y2="9963"/>
                        <a14:foregroundMark x1="75547" y1="10332" x2="82704" y2="9225"/>
                        <a14:foregroundMark x1="90258" y1="24723" x2="93042" y2="51661"/>
                        <a14:foregroundMark x1="93042" y1="51661" x2="89662" y2="32472"/>
                        <a14:foregroundMark x1="89662" y1="32472" x2="91849" y2="59041"/>
                        <a14:foregroundMark x1="93837" y1="38007" x2="95229" y2="49446"/>
                        <a14:foregroundMark x1="78131" y1="8118" x2="76342" y2="77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7163" y="2733795"/>
            <a:ext cx="1008902" cy="5435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F0E31FE-D25D-36C9-7175-3BD9F8C6A2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61" b="89922" l="10000" r="90513">
                        <a14:foregroundMark x1="56154" y1="9819" x2="56667" y2="9819"/>
                        <a14:foregroundMark x1="90513" y1="56072" x2="90513" y2="63566"/>
                        <a14:foregroundMark x1="76667" y1="89664" x2="76923" y2="8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0544" y="1373667"/>
            <a:ext cx="2071265" cy="20553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61E04F8-7B21-55BD-F17F-A8F2B4C119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452" b="89904" l="9857" r="90323">
                        <a14:foregroundMark x1="20251" y1="7452" x2="9498" y2="18029"/>
                        <a14:foregroundMark x1="9498" y1="18029" x2="16129" y2="7692"/>
                        <a14:foregroundMark x1="16129" y1="7692" x2="22401" y2="8894"/>
                        <a14:foregroundMark x1="15771" y1="89663" x2="20609" y2="89663"/>
                        <a14:foregroundMark x1="82616" y1="6490" x2="90143" y2="16587"/>
                        <a14:foregroundMark x1="90143" y1="16587" x2="90323" y2="19952"/>
                        <a14:foregroundMark x1="78853" y1="89423" x2="87097" y2="899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9694" y="1638111"/>
            <a:ext cx="2071265" cy="15441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8831A57-68C4-DE96-F9AC-CE2D24C912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071" b="92901" l="8945" r="94097">
                        <a14:foregroundMark x1="9481" y1="38742" x2="10018" y2="37120"/>
                        <a14:foregroundMark x1="93739" y1="56592" x2="91771" y2="66531"/>
                        <a14:foregroundMark x1="91771" y1="66531" x2="89803" y2="53144"/>
                        <a14:foregroundMark x1="89803" y1="53144" x2="94633" y2="66329"/>
                        <a14:foregroundMark x1="94633" y1="66329" x2="90519" y2="74037"/>
                        <a14:foregroundMark x1="67979" y1="91075" x2="76923" y2="91886"/>
                        <a14:foregroundMark x1="76923" y1="91886" x2="64937" y2="90264"/>
                        <a14:foregroundMark x1="64937" y1="90264" x2="77281" y2="91075"/>
                        <a14:foregroundMark x1="77281" y1="91075" x2="75313" y2="93306"/>
                        <a14:foregroundMark x1="71914" y1="8722" x2="67621" y2="10345"/>
                        <a14:foregroundMark x1="43113" y1="8114" x2="49374" y2="8114"/>
                        <a14:foregroundMark x1="75313" y1="8114" x2="73166" y2="6694"/>
                        <a14:foregroundMark x1="46691" y1="5882" x2="45081" y2="50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9645" y="1433421"/>
            <a:ext cx="2139043" cy="1886490"/>
          </a:xfrm>
          <a:prstGeom prst="rect">
            <a:avLst/>
          </a:prstGeom>
        </p:spPr>
      </p:pic>
      <p:sp>
        <p:nvSpPr>
          <p:cNvPr id="36" name="CuadroTexto 4">
            <a:extLst>
              <a:ext uri="{FF2B5EF4-FFF2-40B4-BE49-F238E27FC236}">
                <a16:creationId xmlns:a16="http://schemas.microsoft.com/office/drawing/2014/main" id="{7DE7F212-20B5-D3FD-54E6-C0D8D9C5E899}"/>
              </a:ext>
            </a:extLst>
          </p:cNvPr>
          <p:cNvSpPr txBox="1"/>
          <p:nvPr/>
        </p:nvSpPr>
        <p:spPr>
          <a:xfrm>
            <a:off x="103509" y="3703869"/>
            <a:ext cx="18053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methane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1 C, 4 H</a:t>
            </a:r>
          </a:p>
        </p:txBody>
      </p:sp>
    </p:spTree>
    <p:extLst>
      <p:ext uri="{BB962C8B-B14F-4D97-AF65-F5344CB8AC3E}">
        <p14:creationId xmlns:p14="http://schemas.microsoft.com/office/powerpoint/2010/main" val="1178301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9D96-5B8B-784A-52C6-E82A5E8D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2">
            <a:extLst>
              <a:ext uri="{FF2B5EF4-FFF2-40B4-BE49-F238E27FC236}">
                <a16:creationId xmlns:a16="http://schemas.microsoft.com/office/drawing/2014/main" id="{86F42BCE-D90E-1F6C-EDAC-704106AB7D81}"/>
              </a:ext>
            </a:extLst>
          </p:cNvPr>
          <p:cNvSpPr txBox="1"/>
          <p:nvPr/>
        </p:nvSpPr>
        <p:spPr>
          <a:xfrm>
            <a:off x="610549" y="868114"/>
            <a:ext cx="73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+9</a:t>
            </a:r>
            <a:endParaRPr lang="en-US" sz="16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84C623-6CAC-5A4A-381E-2DFCA2CF051A}"/>
              </a:ext>
            </a:extLst>
          </p:cNvPr>
          <p:cNvSpPr txBox="1"/>
          <p:nvPr/>
        </p:nvSpPr>
        <p:spPr>
          <a:xfrm>
            <a:off x="2933980" y="841623"/>
            <a:ext cx="73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+4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D493D64-1BC7-EB7F-2117-C497399F6517}"/>
              </a:ext>
            </a:extLst>
          </p:cNvPr>
          <p:cNvSpPr txBox="1"/>
          <p:nvPr/>
        </p:nvSpPr>
        <p:spPr>
          <a:xfrm>
            <a:off x="5657934" y="879690"/>
            <a:ext cx="73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+2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3" name="CuadroTexto 13">
            <a:extLst>
              <a:ext uri="{FF2B5EF4-FFF2-40B4-BE49-F238E27FC236}">
                <a16:creationId xmlns:a16="http://schemas.microsoft.com/office/drawing/2014/main" id="{F8CB333E-6F5E-B76F-D071-9150A51629C6}"/>
              </a:ext>
            </a:extLst>
          </p:cNvPr>
          <p:cNvSpPr txBox="1"/>
          <p:nvPr/>
        </p:nvSpPr>
        <p:spPr>
          <a:xfrm>
            <a:off x="7999635" y="868716"/>
            <a:ext cx="73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+8</a:t>
            </a:r>
            <a:endParaRPr lang="en-US" sz="16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4" name="CuadroTexto 14">
            <a:extLst>
              <a:ext uri="{FF2B5EF4-FFF2-40B4-BE49-F238E27FC236}">
                <a16:creationId xmlns:a16="http://schemas.microsoft.com/office/drawing/2014/main" id="{4D0DD517-279A-A6E1-63B6-802C92DAA48F}"/>
              </a:ext>
            </a:extLst>
          </p:cNvPr>
          <p:cNvSpPr txBox="1"/>
          <p:nvPr/>
        </p:nvSpPr>
        <p:spPr>
          <a:xfrm>
            <a:off x="10624416" y="891263"/>
            <a:ext cx="73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Biome Light" panose="020B0303030204020804" pitchFamily="34" charset="0"/>
                <a:cs typeface="Biome Light" panose="020B0303030204020804" pitchFamily="34" charset="0"/>
              </a:rPr>
              <a:t>+3</a:t>
            </a:r>
            <a:endParaRPr lang="en-US" sz="1600" dirty="0">
              <a:solidFill>
                <a:srgbClr val="FF0000"/>
              </a:solidFill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5" name="CuadroTexto 18">
            <a:extLst>
              <a:ext uri="{FF2B5EF4-FFF2-40B4-BE49-F238E27FC236}">
                <a16:creationId xmlns:a16="http://schemas.microsoft.com/office/drawing/2014/main" id="{1DE89F83-4E45-6999-8699-D77E94E6876D}"/>
              </a:ext>
            </a:extLst>
          </p:cNvPr>
          <p:cNvSpPr txBox="1"/>
          <p:nvPr/>
        </p:nvSpPr>
        <p:spPr>
          <a:xfrm>
            <a:off x="6153143" y="2663388"/>
            <a:ext cx="734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Biome Light" panose="020B0303030204020804" pitchFamily="34" charset="0"/>
                <a:cs typeface="Biome Light" panose="020B0303030204020804" pitchFamily="34" charset="0"/>
              </a:rPr>
              <a:t>+3</a:t>
            </a:r>
            <a:endParaRPr lang="en-US" sz="1600" dirty="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6" name="CuadroTexto 20">
            <a:extLst>
              <a:ext uri="{FF2B5EF4-FFF2-40B4-BE49-F238E27FC236}">
                <a16:creationId xmlns:a16="http://schemas.microsoft.com/office/drawing/2014/main" id="{6E98D29A-6EF1-F0C6-BA25-EE434594C0A7}"/>
              </a:ext>
            </a:extLst>
          </p:cNvPr>
          <p:cNvSpPr txBox="1"/>
          <p:nvPr/>
        </p:nvSpPr>
        <p:spPr>
          <a:xfrm>
            <a:off x="0" y="-51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Score (</a:t>
            </a:r>
            <a:r>
              <a:rPr lang="en-US" sz="4000" dirty="0">
                <a:solidFill>
                  <a:srgbClr val="FF0000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Ongoing energetic crisis!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) </a:t>
            </a:r>
            <a:endParaRPr lang="en-US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17" name="Elipse 3">
            <a:extLst>
              <a:ext uri="{FF2B5EF4-FFF2-40B4-BE49-F238E27FC236}">
                <a16:creationId xmlns:a16="http://schemas.microsoft.com/office/drawing/2014/main" id="{7A213BBA-0577-0B00-C506-06A9C37D2C8F}"/>
              </a:ext>
            </a:extLst>
          </p:cNvPr>
          <p:cNvSpPr/>
          <p:nvPr/>
        </p:nvSpPr>
        <p:spPr>
          <a:xfrm>
            <a:off x="20320" y="846484"/>
            <a:ext cx="190636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8" name="Elipse 21">
            <a:extLst>
              <a:ext uri="{FF2B5EF4-FFF2-40B4-BE49-F238E27FC236}">
                <a16:creationId xmlns:a16="http://schemas.microsoft.com/office/drawing/2014/main" id="{3927F47D-5332-C25E-E99D-3D57967F6AAF}"/>
              </a:ext>
            </a:extLst>
          </p:cNvPr>
          <p:cNvSpPr/>
          <p:nvPr/>
        </p:nvSpPr>
        <p:spPr>
          <a:xfrm>
            <a:off x="5093556" y="864481"/>
            <a:ext cx="190636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19" name="Elipse 22">
            <a:extLst>
              <a:ext uri="{FF2B5EF4-FFF2-40B4-BE49-F238E27FC236}">
                <a16:creationId xmlns:a16="http://schemas.microsoft.com/office/drawing/2014/main" id="{623310CE-2F1E-AC46-FC64-36EBD1ABB637}"/>
              </a:ext>
            </a:extLst>
          </p:cNvPr>
          <p:cNvSpPr/>
          <p:nvPr/>
        </p:nvSpPr>
        <p:spPr>
          <a:xfrm>
            <a:off x="2369386" y="833991"/>
            <a:ext cx="190636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0" name="Elipse 23">
            <a:extLst>
              <a:ext uri="{FF2B5EF4-FFF2-40B4-BE49-F238E27FC236}">
                <a16:creationId xmlns:a16="http://schemas.microsoft.com/office/drawing/2014/main" id="{F96791AC-8BBE-BDEC-D53E-1E8944FC27BB}"/>
              </a:ext>
            </a:extLst>
          </p:cNvPr>
          <p:cNvSpPr/>
          <p:nvPr/>
        </p:nvSpPr>
        <p:spPr>
          <a:xfrm>
            <a:off x="7297100" y="856540"/>
            <a:ext cx="228755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1" name="Elipse 24">
            <a:extLst>
              <a:ext uri="{FF2B5EF4-FFF2-40B4-BE49-F238E27FC236}">
                <a16:creationId xmlns:a16="http://schemas.microsoft.com/office/drawing/2014/main" id="{D0F108AA-5763-EEF3-9EC5-1AD358319264}"/>
              </a:ext>
            </a:extLst>
          </p:cNvPr>
          <p:cNvSpPr/>
          <p:nvPr/>
        </p:nvSpPr>
        <p:spPr>
          <a:xfrm>
            <a:off x="9878411" y="879690"/>
            <a:ext cx="2287557" cy="284667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Biome Light" panose="020B0303030204020804" pitchFamily="34" charset="0"/>
              <a:cs typeface="Biome Light" panose="020B0303030204020804" pitchFamily="34" charset="0"/>
            </a:endParaRPr>
          </a:p>
        </p:txBody>
      </p:sp>
      <p:sp>
        <p:nvSpPr>
          <p:cNvPr id="22" name="CuadroTexto 4">
            <a:extLst>
              <a:ext uri="{FF2B5EF4-FFF2-40B4-BE49-F238E27FC236}">
                <a16:creationId xmlns:a16="http://schemas.microsoft.com/office/drawing/2014/main" id="{039CBCB5-A6B3-BFC0-53D1-111CFC9B856E}"/>
              </a:ext>
            </a:extLst>
          </p:cNvPr>
          <p:cNvSpPr txBox="1"/>
          <p:nvPr/>
        </p:nvSpPr>
        <p:spPr>
          <a:xfrm>
            <a:off x="342900" y="5542248"/>
            <a:ext cx="115490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Bonus: +10 if you use the most 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carbon</a:t>
            </a:r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;</a:t>
            </a:r>
          </a:p>
          <a:p>
            <a:pPr lvl="4"/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+5 if you use the most 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hydrogen</a:t>
            </a:r>
            <a:r>
              <a:rPr lang="en-US" sz="4000" dirty="0">
                <a:latin typeface="Biome Light" panose="020B0303030204020804" pitchFamily="34" charset="0"/>
                <a:cs typeface="Biome Light" panose="020B0303030204020804" pitchFamily="34" charset="0"/>
              </a:rPr>
              <a:t>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9E2797-8915-875C-B36C-FA10C2032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94" b="92798" l="9877" r="89877">
                        <a14:foregroundMark x1="49383" y1="10249" x2="53580" y2="10526"/>
                        <a14:foregroundMark x1="48148" y1="90028" x2="55556" y2="92798"/>
                        <a14:foregroundMark x1="51358" y1="6094" x2="46420" y2="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041" y="1615388"/>
            <a:ext cx="1783364" cy="158961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96A8A29-9B91-C490-1017-3CAB572A9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871" b="91129" l="8098" r="91337">
                        <a14:foregroundMark x1="8286" y1="37903" x2="9416" y2="41532"/>
                        <a14:foregroundMark x1="67985" y1="10484" x2="77401" y2="6048"/>
                        <a14:foregroundMark x1="77401" y1="6048" x2="89642" y2="37903"/>
                        <a14:foregroundMark x1="89642" y1="37903" x2="90772" y2="61694"/>
                        <a14:foregroundMark x1="90772" y1="61694" x2="90395" y2="39113"/>
                        <a14:foregroundMark x1="90395" y1="39113" x2="90584" y2="65726"/>
                        <a14:foregroundMark x1="90584" y1="65726" x2="91525" y2="41129"/>
                        <a14:foregroundMark x1="91525" y1="41129" x2="89831" y2="30242"/>
                        <a14:foregroundMark x1="72128" y1="89919" x2="77966" y2="911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5346931" y="1741999"/>
            <a:ext cx="1320541" cy="6167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42CA43C-0254-26BD-0025-6D1A95E4FF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749" b="89668" l="9543" r="95229">
                        <a14:foregroundMark x1="9344" y1="61255" x2="9543" y2="38376"/>
                        <a14:foregroundMark x1="9543" y1="38376" x2="10537" y2="32472"/>
                        <a14:foregroundMark x1="29026" y1="9963" x2="31809" y2="9963"/>
                        <a14:foregroundMark x1="75547" y1="10332" x2="82704" y2="9225"/>
                        <a14:foregroundMark x1="90258" y1="24723" x2="93042" y2="51661"/>
                        <a14:foregroundMark x1="93042" y1="51661" x2="89662" y2="32472"/>
                        <a14:foregroundMark x1="89662" y1="32472" x2="91849" y2="59041"/>
                        <a14:foregroundMark x1="93837" y1="38007" x2="95229" y2="49446"/>
                        <a14:foregroundMark x1="78131" y1="8118" x2="76342" y2="77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7163" y="2733795"/>
            <a:ext cx="1008902" cy="5435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1CAE12A-65E6-D8E0-7F9B-EF52E7C27E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61" b="89922" l="10000" r="90513">
                        <a14:foregroundMark x1="56154" y1="9819" x2="56667" y2="9819"/>
                        <a14:foregroundMark x1="90513" y1="56072" x2="90513" y2="63566"/>
                        <a14:foregroundMark x1="76667" y1="89664" x2="76923" y2="899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0544" y="1373667"/>
            <a:ext cx="2071265" cy="20553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E42658E-3669-86DD-0EDF-EBF83F5483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452" b="89904" l="9857" r="90323">
                        <a14:foregroundMark x1="20251" y1="7452" x2="9498" y2="18029"/>
                        <a14:foregroundMark x1="9498" y1="18029" x2="16129" y2="7692"/>
                        <a14:foregroundMark x1="16129" y1="7692" x2="22401" y2="8894"/>
                        <a14:foregroundMark x1="15771" y1="89663" x2="20609" y2="89663"/>
                        <a14:foregroundMark x1="82616" y1="6490" x2="90143" y2="16587"/>
                        <a14:foregroundMark x1="90143" y1="16587" x2="90323" y2="19952"/>
                        <a14:foregroundMark x1="78853" y1="89423" x2="87097" y2="899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9694" y="1638111"/>
            <a:ext cx="2071265" cy="15441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64DD927-BE28-FDED-6231-55E6C5E9A0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5071" b="92901" l="8945" r="94097">
                        <a14:foregroundMark x1="9481" y1="38742" x2="10018" y2="37120"/>
                        <a14:foregroundMark x1="93739" y1="56592" x2="91771" y2="66531"/>
                        <a14:foregroundMark x1="91771" y1="66531" x2="89803" y2="53144"/>
                        <a14:foregroundMark x1="89803" y1="53144" x2="94633" y2="66329"/>
                        <a14:foregroundMark x1="94633" y1="66329" x2="90519" y2="74037"/>
                        <a14:foregroundMark x1="67979" y1="91075" x2="76923" y2="91886"/>
                        <a14:foregroundMark x1="76923" y1="91886" x2="64937" y2="90264"/>
                        <a14:foregroundMark x1="64937" y1="90264" x2="77281" y2="91075"/>
                        <a14:foregroundMark x1="77281" y1="91075" x2="75313" y2="93306"/>
                        <a14:foregroundMark x1="71914" y1="8722" x2="67621" y2="10345"/>
                        <a14:foregroundMark x1="43113" y1="8114" x2="49374" y2="8114"/>
                        <a14:foregroundMark x1="75313" y1="8114" x2="73166" y2="6694"/>
                        <a14:foregroundMark x1="46691" y1="5882" x2="45081" y2="507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9645" y="1433421"/>
            <a:ext cx="2139043" cy="1886490"/>
          </a:xfrm>
          <a:prstGeom prst="rect">
            <a:avLst/>
          </a:prstGeom>
        </p:spPr>
      </p:pic>
      <p:sp>
        <p:nvSpPr>
          <p:cNvPr id="2" name="CuadroTexto 25">
            <a:extLst>
              <a:ext uri="{FF2B5EF4-FFF2-40B4-BE49-F238E27FC236}">
                <a16:creationId xmlns:a16="http://schemas.microsoft.com/office/drawing/2014/main" id="{C9F49751-1D8B-57E4-1600-5C8FEC61774B}"/>
              </a:ext>
            </a:extLst>
          </p:cNvPr>
          <p:cNvSpPr txBox="1"/>
          <p:nvPr/>
        </p:nvSpPr>
        <p:spPr>
          <a:xfrm>
            <a:off x="2204485" y="3711147"/>
            <a:ext cx="21948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formic acid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1 C, 2 H, 2O</a:t>
            </a:r>
          </a:p>
        </p:txBody>
      </p:sp>
      <p:sp>
        <p:nvSpPr>
          <p:cNvPr id="3" name="CuadroTexto 26">
            <a:extLst>
              <a:ext uri="{FF2B5EF4-FFF2-40B4-BE49-F238E27FC236}">
                <a16:creationId xmlns:a16="http://schemas.microsoft.com/office/drawing/2014/main" id="{E00BA2C7-63C7-9B77-4E01-F71F0DEAC4A2}"/>
              </a:ext>
            </a:extLst>
          </p:cNvPr>
          <p:cNvSpPr txBox="1"/>
          <p:nvPr/>
        </p:nvSpPr>
        <p:spPr>
          <a:xfrm>
            <a:off x="4310743" y="3726366"/>
            <a:ext cx="35698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carbon monoxide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1 C, 1O</a:t>
            </a:r>
          </a:p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hydrogen</a:t>
            </a:r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 2H</a:t>
            </a:r>
          </a:p>
        </p:txBody>
      </p:sp>
      <p:sp>
        <p:nvSpPr>
          <p:cNvPr id="4" name="CuadroTexto 29">
            <a:extLst>
              <a:ext uri="{FF2B5EF4-FFF2-40B4-BE49-F238E27FC236}">
                <a16:creationId xmlns:a16="http://schemas.microsoft.com/office/drawing/2014/main" id="{C886D741-D2E7-0CB2-ACB4-DCF877B1AD30}"/>
              </a:ext>
            </a:extLst>
          </p:cNvPr>
          <p:cNvSpPr txBox="1"/>
          <p:nvPr/>
        </p:nvSpPr>
        <p:spPr>
          <a:xfrm>
            <a:off x="7344384" y="3710679"/>
            <a:ext cx="21836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ethanol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2 C, 6 H, 1O</a:t>
            </a:r>
          </a:p>
        </p:txBody>
      </p:sp>
      <p:sp>
        <p:nvSpPr>
          <p:cNvPr id="5" name="CuadroTexto 30">
            <a:extLst>
              <a:ext uri="{FF2B5EF4-FFF2-40B4-BE49-F238E27FC236}">
                <a16:creationId xmlns:a16="http://schemas.microsoft.com/office/drawing/2014/main" id="{F1B48CCA-34D6-32EB-4EEE-A6AA00B8EFF9}"/>
              </a:ext>
            </a:extLst>
          </p:cNvPr>
          <p:cNvSpPr txBox="1"/>
          <p:nvPr/>
        </p:nvSpPr>
        <p:spPr>
          <a:xfrm>
            <a:off x="10132366" y="3707459"/>
            <a:ext cx="17812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ethylene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2 C, 4 H</a:t>
            </a:r>
          </a:p>
        </p:txBody>
      </p:sp>
      <p:sp>
        <p:nvSpPr>
          <p:cNvPr id="6" name="CuadroTexto 4">
            <a:extLst>
              <a:ext uri="{FF2B5EF4-FFF2-40B4-BE49-F238E27FC236}">
                <a16:creationId xmlns:a16="http://schemas.microsoft.com/office/drawing/2014/main" id="{72199885-D7F0-BBC9-DCAB-C4A3C60F36A6}"/>
              </a:ext>
            </a:extLst>
          </p:cNvPr>
          <p:cNvSpPr txBox="1"/>
          <p:nvPr/>
        </p:nvSpPr>
        <p:spPr>
          <a:xfrm>
            <a:off x="103509" y="3703869"/>
            <a:ext cx="18053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methane</a:t>
            </a:r>
          </a:p>
          <a:p>
            <a:pPr algn="ctr"/>
            <a:r>
              <a:rPr lang="en-US" sz="2800" dirty="0">
                <a:latin typeface="Biome Light" panose="020B0303030204020804" pitchFamily="34" charset="0"/>
                <a:cs typeface="Biome Light" panose="020B0303030204020804" pitchFamily="34" charset="0"/>
              </a:rPr>
              <a:t>1 C, 4 H</a:t>
            </a:r>
          </a:p>
        </p:txBody>
      </p:sp>
    </p:spTree>
    <p:extLst>
      <p:ext uri="{BB962C8B-B14F-4D97-AF65-F5344CB8AC3E}">
        <p14:creationId xmlns:p14="http://schemas.microsoft.com/office/powerpoint/2010/main" val="42641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20">
            <a:extLst>
              <a:ext uri="{FF2B5EF4-FFF2-40B4-BE49-F238E27FC236}">
                <a16:creationId xmlns:a16="http://schemas.microsoft.com/office/drawing/2014/main" id="{C3C4B75F-E07B-74CD-675D-AC022CF9901F}"/>
              </a:ext>
            </a:extLst>
          </p:cNvPr>
          <p:cNvSpPr txBox="1"/>
          <p:nvPr/>
        </p:nvSpPr>
        <p:spPr>
          <a:xfrm>
            <a:off x="0" y="-51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The peer review mechanism</a:t>
            </a:r>
            <a:endParaRPr lang="en-US" dirty="0">
              <a:solidFill>
                <a:srgbClr val="FF0000"/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3" name="Picture 2" descr="A diagram of a research process&#10;&#10;Description automatically generated">
            <a:extLst>
              <a:ext uri="{FF2B5EF4-FFF2-40B4-BE49-F238E27FC236}">
                <a16:creationId xmlns:a16="http://schemas.microsoft.com/office/drawing/2014/main" id="{600154C6-44D4-7C1A-539C-0D774176D0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2" b="28603"/>
          <a:stretch>
            <a:fillRect/>
          </a:stretch>
        </p:blipFill>
        <p:spPr>
          <a:xfrm>
            <a:off x="4826001" y="1003300"/>
            <a:ext cx="7251700" cy="5854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AA22AB-82FA-F1DB-CCED-6AF403243977}"/>
              </a:ext>
            </a:extLst>
          </p:cNvPr>
          <p:cNvSpPr txBox="1"/>
          <p:nvPr/>
        </p:nvSpPr>
        <p:spPr>
          <a:xfrm>
            <a:off x="5327014" y="2550155"/>
            <a:ext cx="1925829" cy="861774"/>
          </a:xfrm>
          <a:prstGeom prst="rect">
            <a:avLst/>
          </a:prstGeom>
          <a:solidFill>
            <a:srgbClr val="E8E8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Researchers</a:t>
            </a:r>
          </a:p>
          <a:p>
            <a:pPr algn="ctr"/>
            <a:r>
              <a:rPr lang="en-US" sz="1600" dirty="0">
                <a:latin typeface="Biome Light" panose="020B0303030204020804" pitchFamily="34" charset="0"/>
                <a:cs typeface="Biome Light" panose="020B0303030204020804" pitchFamily="34" charset="0"/>
              </a:rPr>
              <a:t>Read peer-reviewed articles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379E02C-8DA5-F145-9F5A-B72434BE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" y="1007589"/>
            <a:ext cx="4530508" cy="25484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60AE324-596F-602E-37FD-3222B76E7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" y="3702227"/>
            <a:ext cx="4543991" cy="28249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A94861-4904-F5D0-8806-F81F0211B2D1}"/>
              </a:ext>
            </a:extLst>
          </p:cNvPr>
          <p:cNvSpPr txBox="1"/>
          <p:nvPr/>
        </p:nvSpPr>
        <p:spPr>
          <a:xfrm>
            <a:off x="7347456" y="2550155"/>
            <a:ext cx="1925829" cy="861774"/>
          </a:xfrm>
          <a:prstGeom prst="rect">
            <a:avLst/>
          </a:prstGeom>
          <a:solidFill>
            <a:srgbClr val="E8E8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Researchers</a:t>
            </a:r>
          </a:p>
          <a:p>
            <a:pPr algn="ctr"/>
            <a:r>
              <a:rPr lang="en-US" sz="1600" dirty="0">
                <a:latin typeface="Biome Light" panose="020B0303030204020804" pitchFamily="34" charset="0"/>
                <a:cs typeface="Biome Light" panose="020B0303030204020804" pitchFamily="34" charset="0"/>
              </a:rPr>
              <a:t>Conduct new research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66D3C-8B07-EF8B-1535-C6362F8BF8E3}"/>
              </a:ext>
            </a:extLst>
          </p:cNvPr>
          <p:cNvSpPr txBox="1"/>
          <p:nvPr/>
        </p:nvSpPr>
        <p:spPr>
          <a:xfrm>
            <a:off x="9367898" y="2549435"/>
            <a:ext cx="1603759" cy="1354217"/>
          </a:xfrm>
          <a:prstGeom prst="rect">
            <a:avLst/>
          </a:prstGeom>
          <a:solidFill>
            <a:srgbClr val="E8E8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Researchers</a:t>
            </a:r>
          </a:p>
          <a:p>
            <a:pPr algn="ctr"/>
            <a:r>
              <a:rPr lang="en-US" sz="1600" dirty="0">
                <a:latin typeface="Biome Light" panose="020B0303030204020804" pitchFamily="34" charset="0"/>
                <a:cs typeface="Biome Light" panose="020B0303030204020804" pitchFamily="34" charset="0"/>
              </a:rPr>
              <a:t>Write an article describing their findings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80BA9-3454-574E-4241-B7D27D7608C6}"/>
              </a:ext>
            </a:extLst>
          </p:cNvPr>
          <p:cNvSpPr txBox="1"/>
          <p:nvPr/>
        </p:nvSpPr>
        <p:spPr>
          <a:xfrm>
            <a:off x="8851900" y="5606871"/>
            <a:ext cx="3200400" cy="861774"/>
          </a:xfrm>
          <a:prstGeom prst="rect">
            <a:avLst/>
          </a:prstGeom>
          <a:solidFill>
            <a:srgbClr val="E8E8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Researchers</a:t>
            </a:r>
          </a:p>
          <a:p>
            <a:pPr algn="ctr"/>
            <a:r>
              <a:rPr lang="en-US" sz="1600" dirty="0">
                <a:latin typeface="Biome Light" panose="020B0303030204020804" pitchFamily="34" charset="0"/>
                <a:cs typeface="Biome Light" panose="020B0303030204020804" pitchFamily="34" charset="0"/>
              </a:rPr>
              <a:t>Submit their article to a peer-reviewed journal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22CDF-FF91-1630-0CA1-2C3E078982FA}"/>
              </a:ext>
            </a:extLst>
          </p:cNvPr>
          <p:cNvSpPr txBox="1"/>
          <p:nvPr/>
        </p:nvSpPr>
        <p:spPr>
          <a:xfrm>
            <a:off x="5626098" y="5594170"/>
            <a:ext cx="3327401" cy="861774"/>
          </a:xfrm>
          <a:prstGeom prst="rect">
            <a:avLst/>
          </a:prstGeom>
          <a:solidFill>
            <a:srgbClr val="E8E8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Selected experts</a:t>
            </a:r>
          </a:p>
          <a:p>
            <a:pPr algn="ctr"/>
            <a:r>
              <a:rPr lang="en-US" sz="1600" dirty="0">
                <a:latin typeface="Biome Light" panose="020B0303030204020804" pitchFamily="34" charset="0"/>
                <a:cs typeface="Biome Light" panose="020B0303030204020804" pitchFamily="34" charset="0"/>
              </a:rPr>
              <a:t>Read the article &amp; make publication decision </a:t>
            </a:r>
          </a:p>
        </p:txBody>
      </p:sp>
    </p:spTree>
    <p:extLst>
      <p:ext uri="{BB962C8B-B14F-4D97-AF65-F5344CB8AC3E}">
        <p14:creationId xmlns:p14="http://schemas.microsoft.com/office/powerpoint/2010/main" val="297182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245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Abyssinica SIL</vt:lpstr>
      <vt:lpstr>Amasis MT Pro Light</vt:lpstr>
      <vt:lpstr>Arial</vt:lpstr>
      <vt:lpstr>Biome</vt:lpstr>
      <vt:lpstr>Biome Light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Enric Ibáñez Alé</dc:creator>
  <cp:lastModifiedBy>Federico  Dattila</cp:lastModifiedBy>
  <cp:revision>24</cp:revision>
  <dcterms:created xsi:type="dcterms:W3CDTF">2022-02-17T13:13:28Z</dcterms:created>
  <dcterms:modified xsi:type="dcterms:W3CDTF">2025-12-11T12:48:03Z</dcterms:modified>
</cp:coreProperties>
</file>