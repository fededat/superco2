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67" userDrawn="1">
          <p15:clr>
            <a:srgbClr val="A4A3A4"/>
          </p15:clr>
        </p15:guide>
        <p15:guide id="2" pos="9535" userDrawn="1">
          <p15:clr>
            <a:srgbClr val="A4A3A4"/>
          </p15:clr>
        </p15:guide>
        <p15:guide id="3" orient="horz" pos="16248" userDrawn="1">
          <p15:clr>
            <a:srgbClr val="A4A3A4"/>
          </p15:clr>
        </p15:guide>
        <p15:guide id="4" orient="horz" pos="21442" userDrawn="1">
          <p15:clr>
            <a:srgbClr val="A4A3A4"/>
          </p15:clr>
        </p15:guide>
        <p15:guide id="5" pos="23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C72A9F-C10F-86CC-1117-BAE7CEBB5E1C}" name="Zoli  Maddalena" initials="ZM" userId="S::maddalena.zoli@polito.it::ef75f32c-2285-4bf8-888e-0be039881ff4" providerId="AD"/>
  <p188:author id="{F0263CB5-7BA0-6D41-8033-B2099BFF12CD}" name="DATTILA  FEDERICO" initials="DF" userId="DATTILA  FEDERICO" providerId="None"/>
  <p188:author id="{5A7EA4F1-5574-7537-714D-8196B163A1B7}" name="Federico  Dattila" initials="FD" userId="S::federico.dattila@polito.it::3fbddd6b-c98a-4780-9364-b5d8323ec5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C2C"/>
    <a:srgbClr val="FF2B2B"/>
    <a:srgbClr val="822525"/>
    <a:srgbClr val="802424"/>
    <a:srgbClr val="912525"/>
    <a:srgbClr val="00B050"/>
    <a:srgbClr val="00ADB1"/>
    <a:srgbClr val="E74010"/>
    <a:srgbClr val="B1D5A6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44EF1-5DD9-422E-BE6B-DD317E356251}" v="7" dt="2024-09-24T08:48:30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328" y="-2232"/>
      </p:cViewPr>
      <p:guideLst>
        <p:guide orient="horz" pos="13867"/>
        <p:guide pos="9535"/>
        <p:guide orient="horz" pos="16248"/>
        <p:guide orient="horz" pos="21442"/>
        <p:guide pos="2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 Dattila" userId="3fbddd6b-c98a-4780-9364-b5d8323ec50d" providerId="ADAL" clId="{87E5B917-95E1-4BFD-835F-483FB990BAE4}"/>
    <pc:docChg chg="undo custSel modSld">
      <pc:chgData name="Federico  Dattila" userId="3fbddd6b-c98a-4780-9364-b5d8323ec50d" providerId="ADAL" clId="{87E5B917-95E1-4BFD-835F-483FB990BAE4}" dt="2023-09-22T12:02:58.837" v="1219" actId="1037"/>
      <pc:docMkLst>
        <pc:docMk/>
      </pc:docMkLst>
      <pc:sldChg chg="addSp delSp modSp mod delCm modCm">
        <pc:chgData name="Federico  Dattila" userId="3fbddd6b-c98a-4780-9364-b5d8323ec50d" providerId="ADAL" clId="{87E5B917-95E1-4BFD-835F-483FB990BAE4}" dt="2023-09-22T12:02:58.837" v="1219" actId="1037"/>
        <pc:sldMkLst>
          <pc:docMk/>
          <pc:sldMk cId="1142128848" sldId="256"/>
        </pc:sldMkLst>
        <pc:spChg chg="del">
          <ac:chgData name="Federico  Dattila" userId="3fbddd6b-c98a-4780-9364-b5d8323ec50d" providerId="ADAL" clId="{87E5B917-95E1-4BFD-835F-483FB990BAE4}" dt="2023-09-22T11:25:15.572" v="1" actId="478"/>
          <ac:spMkLst>
            <pc:docMk/>
            <pc:sldMk cId="1142128848" sldId="256"/>
            <ac:spMk id="2" creationId="{D95B38F2-DD8C-05D6-4ED0-FDAB4ECEF3D3}"/>
          </ac:spMkLst>
        </pc:spChg>
        <pc:spChg chg="add mod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2" creationId="{F2516D96-BF50-7D45-043B-8116D3DEF24E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3" creationId="{5644FD4A-4152-D3AE-85D0-62E4AA1B30FE}"/>
          </ac:spMkLst>
        </pc:spChg>
        <pc:spChg chg="add mod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3" creationId="{76541F5A-5501-2FF0-283E-B97182E2C2C3}"/>
          </ac:spMkLst>
        </pc:spChg>
        <pc:spChg chg="add del mod">
          <ac:chgData name="Federico  Dattila" userId="3fbddd6b-c98a-4780-9364-b5d8323ec50d" providerId="ADAL" clId="{87E5B917-95E1-4BFD-835F-483FB990BAE4}" dt="2023-09-22T12:00:32.330" v="1165" actId="478"/>
          <ac:spMkLst>
            <pc:docMk/>
            <pc:sldMk cId="1142128848" sldId="256"/>
            <ac:spMk id="4" creationId="{236CC0CE-3C56-1EC4-8748-0DEAE442D3CA}"/>
          </ac:spMkLst>
        </pc:spChg>
        <pc:spChg chg="add mod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5" creationId="{93AF01A6-817B-8020-447A-ECDF510468BD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" creationId="{CA9285E3-2996-C349-90C7-F48ECEC89CE4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7" creationId="{E7C5AD1F-E9E3-9A57-6E8D-3507CDAB79F5}"/>
          </ac:spMkLst>
        </pc:spChg>
        <pc:spChg chg="add mod">
          <ac:chgData name="Federico  Dattila" userId="3fbddd6b-c98a-4780-9364-b5d8323ec50d" providerId="ADAL" clId="{87E5B917-95E1-4BFD-835F-483FB990BAE4}" dt="2023-09-22T11:35:35.157" v="226" actId="1036"/>
          <ac:spMkLst>
            <pc:docMk/>
            <pc:sldMk cId="1142128848" sldId="256"/>
            <ac:spMk id="8" creationId="{4E99684E-4015-577E-F2CC-13F30799D4DF}"/>
          </ac:spMkLst>
        </pc:spChg>
        <pc:spChg chg="add del mod">
          <ac:chgData name="Federico  Dattila" userId="3fbddd6b-c98a-4780-9364-b5d8323ec50d" providerId="ADAL" clId="{87E5B917-95E1-4BFD-835F-483FB990BAE4}" dt="2023-09-22T11:59:18.603" v="1135" actId="1035"/>
          <ac:spMkLst>
            <pc:docMk/>
            <pc:sldMk cId="1142128848" sldId="256"/>
            <ac:spMk id="9" creationId="{0B2FC802-039B-4AFC-E237-4E44226EF2F1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2" creationId="{F619520C-58AB-BD7F-0590-9005289D4E13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4" creationId="{E55981CF-EEFC-52B8-358A-89D53A221CF5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7" creationId="{9369E0C6-6B2C-D843-1B64-785FF1DF90DD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21" creationId="{D6F99EF6-2E18-D909-025D-140F0BEBF150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53" creationId="{77E063CA-13EA-F202-4FC8-48F32377A68C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55" creationId="{B78CD001-F59D-41ED-F315-86562E90AAEA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57" creationId="{7C92E4B3-4191-8070-2818-879AF0952635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58" creationId="{B12F890B-604D-095B-9FF9-94F05F0A425F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59" creationId="{66C8FAB1-D6AC-B44F-A702-83CB7C0742D7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0" creationId="{AE30A9D9-206C-DA32-A646-07F1330432F1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3" creationId="{4E8EA3EC-E201-7446-21CE-4ABDDFE59311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4" creationId="{04641A41-8463-36D5-3A43-F2EDC52F7ED7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5" creationId="{9248739B-970B-0451-B37A-416DA92BE742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6" creationId="{D6BE619D-F095-3F9C-5B97-F6BC2D92804F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7" creationId="{14842DC6-3401-B1EE-9E2E-6887DF879F5B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8" creationId="{31FDF114-6ABB-67F4-66A9-0EB85AA89038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69" creationId="{EA9E7826-C57B-2499-CBFC-D02EA761860E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70" creationId="{49B20DA8-EC4F-EB42-ABCE-B3391A9B5E75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71" creationId="{81340731-1C73-E53B-4280-90CC0C12C36D}"/>
          </ac:spMkLst>
        </pc:spChg>
        <pc:spChg chg="del">
          <ac:chgData name="Federico  Dattila" userId="3fbddd6b-c98a-4780-9364-b5d8323ec50d" providerId="ADAL" clId="{87E5B917-95E1-4BFD-835F-483FB990BAE4}" dt="2023-09-22T11:25:22.185" v="3" actId="478"/>
          <ac:spMkLst>
            <pc:docMk/>
            <pc:sldMk cId="1142128848" sldId="256"/>
            <ac:spMk id="72" creationId="{94BEC037-6666-5D07-FE35-8AD8179AC274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74" creationId="{BFF5C6D7-BC5B-055D-9FB4-A3DE930AC11D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75" creationId="{5578573A-45E8-C6C7-079F-3175C82A9747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76" creationId="{75EBAE1C-B1A7-D2F0-7D16-3B58C1CA5C15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60" creationId="{9A59F3AA-4B0B-013D-573F-374447D989BB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63" creationId="{FCF682AF-4ACF-8F31-1D0C-7E4BF822EB69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69" creationId="{63A7542B-241A-F4A1-8DAE-8B43832134E0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75" creationId="{3C48EB8D-32CF-353E-547D-8EC1C19B14CF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76" creationId="{A330BD26-F656-5D54-F2EF-4E23C8FD62B4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78" creationId="{318ABFD0-BDD4-C074-15CA-85990740FD7F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79" creationId="{391D8DCE-ED9C-AC00-9BA4-59A0F4881F66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82" creationId="{818756E3-989E-BFCF-47B2-4DE1D4D9A822}"/>
          </ac:spMkLst>
        </pc:spChg>
        <pc:spChg chg="del">
          <ac:chgData name="Federico  Dattila" userId="3fbddd6b-c98a-4780-9364-b5d8323ec50d" providerId="ADAL" clId="{87E5B917-95E1-4BFD-835F-483FB990BAE4}" dt="2023-09-22T11:25:24.152" v="4" actId="478"/>
          <ac:spMkLst>
            <pc:docMk/>
            <pc:sldMk cId="1142128848" sldId="256"/>
            <ac:spMk id="183" creationId="{26607608-1B19-F41A-D744-0AA7DB5F83B5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27" creationId="{DB01EEBC-106D-0BB7-F78D-A08A8AD33130}"/>
          </ac:spMkLst>
        </pc:spChg>
        <pc:spChg chg="del">
          <ac:chgData name="Federico  Dattila" userId="3fbddd6b-c98a-4780-9364-b5d8323ec50d" providerId="ADAL" clId="{87E5B917-95E1-4BFD-835F-483FB990BAE4}" dt="2023-09-22T11:25:13.222" v="0" actId="478"/>
          <ac:spMkLst>
            <pc:docMk/>
            <pc:sldMk cId="1142128848" sldId="256"/>
            <ac:spMk id="1029" creationId="{ECE195AB-1379-2685-3AA9-853556EB8E39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31" creationId="{DE24B79F-2C1D-BB84-C35F-23E760879218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32" creationId="{35EC243E-FD24-0750-4578-6DD9D847AEE5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33" creationId="{7EB225BA-D7FA-EC7B-7264-79E2E1C02931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34" creationId="{0C6162B5-6ADC-9CBF-3799-E57FF6E30377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35" creationId="{7A41F5F2-254D-BEED-2E69-6ED1D76B2CB6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36" creationId="{16C4F074-BD93-728C-653D-6D49264DBFAC}"/>
          </ac:spMkLst>
        </pc:spChg>
        <pc:spChg chg="add del mod">
          <ac:chgData name="Federico  Dattila" userId="3fbddd6b-c98a-4780-9364-b5d8323ec50d" providerId="ADAL" clId="{87E5B917-95E1-4BFD-835F-483FB990BAE4}" dt="2023-09-22T11:30:48.444" v="114" actId="478"/>
          <ac:spMkLst>
            <pc:docMk/>
            <pc:sldMk cId="1142128848" sldId="256"/>
            <ac:spMk id="1037" creationId="{24CD53BE-677A-1FE2-DEA7-D99DAC21EFB2}"/>
          </ac:spMkLst>
        </pc:spChg>
        <pc:spChg chg="add del mod">
          <ac:chgData name="Federico  Dattila" userId="3fbddd6b-c98a-4780-9364-b5d8323ec50d" providerId="ADAL" clId="{87E5B917-95E1-4BFD-835F-483FB990BAE4}" dt="2023-09-22T11:30:53.292" v="116" actId="478"/>
          <ac:spMkLst>
            <pc:docMk/>
            <pc:sldMk cId="1142128848" sldId="256"/>
            <ac:spMk id="1038" creationId="{3CF1E74B-C4C1-E47C-CE4F-0F38B9B07EE3}"/>
          </ac:spMkLst>
        </pc:spChg>
        <pc:spChg chg="add del mod">
          <ac:chgData name="Federico  Dattila" userId="3fbddd6b-c98a-4780-9364-b5d8323ec50d" providerId="ADAL" clId="{87E5B917-95E1-4BFD-835F-483FB990BAE4}" dt="2023-09-22T11:30:50.132" v="115" actId="478"/>
          <ac:spMkLst>
            <pc:docMk/>
            <pc:sldMk cId="1142128848" sldId="256"/>
            <ac:spMk id="1039" creationId="{2BF08175-1FA4-8E26-0619-BDFF9020022C}"/>
          </ac:spMkLst>
        </pc:spChg>
        <pc:spChg chg="add del mod">
          <ac:chgData name="Federico  Dattila" userId="3fbddd6b-c98a-4780-9364-b5d8323ec50d" providerId="ADAL" clId="{87E5B917-95E1-4BFD-835F-483FB990BAE4}" dt="2023-09-22T11:30:54.967" v="117" actId="478"/>
          <ac:spMkLst>
            <pc:docMk/>
            <pc:sldMk cId="1142128848" sldId="256"/>
            <ac:spMk id="1040" creationId="{6DCBE0FB-ED05-D517-02B8-C309A7295B1B}"/>
          </ac:spMkLst>
        </pc:spChg>
        <pc:spChg chg="add del mod">
          <ac:chgData name="Federico  Dattila" userId="3fbddd6b-c98a-4780-9364-b5d8323ec50d" providerId="ADAL" clId="{87E5B917-95E1-4BFD-835F-483FB990BAE4}" dt="2023-09-22T11:30:56.422" v="118" actId="478"/>
          <ac:spMkLst>
            <pc:docMk/>
            <pc:sldMk cId="1142128848" sldId="256"/>
            <ac:spMk id="1041" creationId="{B9E66BA9-66CA-1C56-DEF7-DA390090EDF2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42" creationId="{6FDC1B71-1697-5BF5-07F9-C78B71E5C993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43" creationId="{2148F49E-18AD-A50C-DCA6-191530E226FE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44" creationId="{7F487F34-5DD2-B534-E323-15DB8998FA2A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45" creationId="{F59B2B8C-2353-A201-7B16-C5803A3CC289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46" creationId="{12F3B2EB-0560-C007-E709-4E7056EAF0B5}"/>
          </ac:spMkLst>
        </pc:spChg>
        <pc:spChg chg="add mod topLvl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53" creationId="{BBACB0A5-B6A6-FC57-06DB-7C7E04496F47}"/>
          </ac:spMkLst>
        </pc:spChg>
        <pc:spChg chg="add mod">
          <ac:chgData name="Federico  Dattila" userId="3fbddd6b-c98a-4780-9364-b5d8323ec50d" providerId="ADAL" clId="{87E5B917-95E1-4BFD-835F-483FB990BAE4}" dt="2023-09-22T12:02:41.563" v="1209" actId="1037"/>
          <ac:spMkLst>
            <pc:docMk/>
            <pc:sldMk cId="1142128848" sldId="256"/>
            <ac:spMk id="1056" creationId="{81DA4796-681C-02E2-6B41-3CACED2BB13D}"/>
          </ac:spMkLst>
        </pc:spChg>
        <pc:grpChg chg="del">
          <ac:chgData name="Federico  Dattila" userId="3fbddd6b-c98a-4780-9364-b5d8323ec50d" providerId="ADAL" clId="{87E5B917-95E1-4BFD-835F-483FB990BAE4}" dt="2023-09-22T11:25:13.222" v="0" actId="478"/>
          <ac:grpSpMkLst>
            <pc:docMk/>
            <pc:sldMk cId="1142128848" sldId="256"/>
            <ac:grpSpMk id="22" creationId="{8193EF17-C762-332C-FC29-F74CE6CFE4B3}"/>
          </ac:grpSpMkLst>
        </pc:grpChg>
        <pc:grpChg chg="del">
          <ac:chgData name="Federico  Dattila" userId="3fbddd6b-c98a-4780-9364-b5d8323ec50d" providerId="ADAL" clId="{87E5B917-95E1-4BFD-835F-483FB990BAE4}" dt="2023-09-22T11:25:13.222" v="0" actId="478"/>
          <ac:grpSpMkLst>
            <pc:docMk/>
            <pc:sldMk cId="1142128848" sldId="256"/>
            <ac:grpSpMk id="77" creationId="{C19F6B20-81B0-7D70-B524-3E351001BC78}"/>
          </ac:grpSpMkLst>
        </pc:grpChg>
        <pc:grpChg chg="del">
          <ac:chgData name="Federico  Dattila" userId="3fbddd6b-c98a-4780-9364-b5d8323ec50d" providerId="ADAL" clId="{87E5B917-95E1-4BFD-835F-483FB990BAE4}" dt="2023-09-22T11:25:13.222" v="0" actId="478"/>
          <ac:grpSpMkLst>
            <pc:docMk/>
            <pc:sldMk cId="1142128848" sldId="256"/>
            <ac:grpSpMk id="94" creationId="{4CF193D7-D44B-0A0B-BC33-75DA9862096F}"/>
          </ac:grpSpMkLst>
        </pc:grpChg>
        <pc:grpChg chg="del">
          <ac:chgData name="Federico  Dattila" userId="3fbddd6b-c98a-4780-9364-b5d8323ec50d" providerId="ADAL" clId="{87E5B917-95E1-4BFD-835F-483FB990BAE4}" dt="2023-09-22T11:25:13.222" v="0" actId="478"/>
          <ac:grpSpMkLst>
            <pc:docMk/>
            <pc:sldMk cId="1142128848" sldId="256"/>
            <ac:grpSpMk id="127" creationId="{1FF90AE8-442B-8D7B-8C5D-E45917E46887}"/>
          </ac:grpSpMkLst>
        </pc:grpChg>
        <pc:grpChg chg="del">
          <ac:chgData name="Federico  Dattila" userId="3fbddd6b-c98a-4780-9364-b5d8323ec50d" providerId="ADAL" clId="{87E5B917-95E1-4BFD-835F-483FB990BAE4}" dt="2023-09-22T11:25:13.222" v="0" actId="478"/>
          <ac:grpSpMkLst>
            <pc:docMk/>
            <pc:sldMk cId="1142128848" sldId="256"/>
            <ac:grpSpMk id="164" creationId="{D9D14CCB-B418-4E80-2705-C1B91E61DBD8}"/>
          </ac:grpSpMkLst>
        </pc:grpChg>
        <pc:grpChg chg="add del mod">
          <ac:chgData name="Federico  Dattila" userId="3fbddd6b-c98a-4780-9364-b5d8323ec50d" providerId="ADAL" clId="{87E5B917-95E1-4BFD-835F-483FB990BAE4}" dt="2023-09-22T11:31:04.485" v="119" actId="165"/>
          <ac:grpSpMkLst>
            <pc:docMk/>
            <pc:sldMk cId="1142128848" sldId="256"/>
            <ac:grpSpMk id="1054" creationId="{A3698DE2-FABC-DDC8-4D6E-506D0A0BC5C0}"/>
          </ac:grpSpMkLst>
        </pc:grpChg>
        <pc:graphicFrameChg chg="del">
          <ac:chgData name="Federico  Dattila" userId="3fbddd6b-c98a-4780-9364-b5d8323ec50d" providerId="ADAL" clId="{87E5B917-95E1-4BFD-835F-483FB990BAE4}" dt="2023-09-22T11:25:13.222" v="0" actId="478"/>
          <ac:graphicFrameMkLst>
            <pc:docMk/>
            <pc:sldMk cId="1142128848" sldId="256"/>
            <ac:graphicFrameMk id="11" creationId="{1000B2D8-72CB-92EB-1733-50DD06F76A53}"/>
          </ac:graphicFrameMkLst>
        </pc:graphicFrameChg>
        <pc:graphicFrameChg chg="del">
          <ac:chgData name="Federico  Dattila" userId="3fbddd6b-c98a-4780-9364-b5d8323ec50d" providerId="ADAL" clId="{87E5B917-95E1-4BFD-835F-483FB990BAE4}" dt="2023-09-22T11:25:13.222" v="0" actId="478"/>
          <ac:graphicFrameMkLst>
            <pc:docMk/>
            <pc:sldMk cId="1142128848" sldId="256"/>
            <ac:graphicFrameMk id="15" creationId="{D841FE7C-172C-369D-51EC-40DCCC94AA93}"/>
          </ac:graphicFrameMkLst>
        </pc:graphicFrameChg>
        <pc:graphicFrameChg chg="del">
          <ac:chgData name="Federico  Dattila" userId="3fbddd6b-c98a-4780-9364-b5d8323ec50d" providerId="ADAL" clId="{87E5B917-95E1-4BFD-835F-483FB990BAE4}" dt="2023-09-22T11:25:13.222" v="0" actId="478"/>
          <ac:graphicFrameMkLst>
            <pc:docMk/>
            <pc:sldMk cId="1142128848" sldId="256"/>
            <ac:graphicFrameMk id="18" creationId="{A33CB84D-19E1-4FAD-D0EE-B38154B69EC4}"/>
          </ac:graphicFrameMkLst>
        </pc:graphicFrameChg>
        <pc:graphicFrameChg chg="del">
          <ac:chgData name="Federico  Dattila" userId="3fbddd6b-c98a-4780-9364-b5d8323ec50d" providerId="ADAL" clId="{87E5B917-95E1-4BFD-835F-483FB990BAE4}" dt="2023-09-22T11:25:13.222" v="0" actId="478"/>
          <ac:graphicFrameMkLst>
            <pc:docMk/>
            <pc:sldMk cId="1142128848" sldId="256"/>
            <ac:graphicFrameMk id="173" creationId="{59A3FD94-D714-B8D0-7948-75EC998FACEC}"/>
          </ac:graphicFrameMkLst>
        </pc:graphicFrameChg>
        <pc:graphicFrameChg chg="del">
          <ac:chgData name="Federico  Dattila" userId="3fbddd6b-c98a-4780-9364-b5d8323ec50d" providerId="ADAL" clId="{87E5B917-95E1-4BFD-835F-483FB990BAE4}" dt="2023-09-22T11:25:13.222" v="0" actId="478"/>
          <ac:graphicFrameMkLst>
            <pc:docMk/>
            <pc:sldMk cId="1142128848" sldId="256"/>
            <ac:graphicFrameMk id="177" creationId="{E34DBCF8-9904-10A9-F809-ACA1DB2DC801}"/>
          </ac:graphicFrameMkLst>
        </pc:graphicFrameChg>
        <pc:graphicFrameChg chg="del">
          <ac:chgData name="Federico  Dattila" userId="3fbddd6b-c98a-4780-9364-b5d8323ec50d" providerId="ADAL" clId="{87E5B917-95E1-4BFD-835F-483FB990BAE4}" dt="2023-09-22T11:25:13.222" v="0" actId="478"/>
          <ac:graphicFrameMkLst>
            <pc:docMk/>
            <pc:sldMk cId="1142128848" sldId="256"/>
            <ac:graphicFrameMk id="181" creationId="{282F39C9-50B4-4BAE-0F62-A811756945A0}"/>
          </ac:graphicFrameMkLst>
        </pc:graphicFrame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4" creationId="{0AB198CC-B4D7-E41A-887B-7A2AFB5A1A9A}"/>
          </ac:picMkLst>
        </pc:picChg>
        <pc:picChg chg="del">
          <ac:chgData name="Federico  Dattila" userId="3fbddd6b-c98a-4780-9364-b5d8323ec50d" providerId="ADAL" clId="{87E5B917-95E1-4BFD-835F-483FB990BAE4}" dt="2023-09-22T11:25:17.502" v="2" actId="478"/>
          <ac:picMkLst>
            <pc:docMk/>
            <pc:sldMk cId="1142128848" sldId="256"/>
            <ac:picMk id="5" creationId="{756BECB3-AAA7-45DE-D77A-D1DE76790FB2}"/>
          </ac:picMkLst>
        </pc:picChg>
        <pc:picChg chg="mod">
          <ac:chgData name="Federico  Dattila" userId="3fbddd6b-c98a-4780-9364-b5d8323ec50d" providerId="ADAL" clId="{87E5B917-95E1-4BFD-835F-483FB990BAE4}" dt="2023-09-22T11:51:44.254" v="1003" actId="1036"/>
          <ac:picMkLst>
            <pc:docMk/>
            <pc:sldMk cId="1142128848" sldId="256"/>
            <ac:picMk id="16" creationId="{BB9AB5FA-CEEC-97C2-F331-02F2E44B077F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9" creationId="{47DE9728-6DED-6B6E-479B-26A2D1B92955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20" creationId="{64943F20-A005-76B7-8DF5-DA024B6DEF57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51" creationId="{BFCB1E28-06FB-48E9-C5EC-1EB0F769C7D4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52" creationId="{A0DFE5D2-D7FE-9071-D372-DC625428460F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54" creationId="{2BEF73F3-C348-8632-E7F8-006DD6CB30B3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56" creationId="{052F0DD9-EFEC-1B05-0E36-77FCBB42575C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61" creationId="{384409F1-C1AE-17B1-896D-CB27035B2208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62" creationId="{A06069BF-2AFF-2274-9DED-D82BAEACCF98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70" creationId="{BAE5B485-2075-24BC-4F40-20BFB0EFBDC5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71" creationId="{FAF0EECB-57AF-DABC-FFE6-67EBC2D658C6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72" creationId="{8A36767A-83CA-5029-AA67-80034D02EBD5}"/>
          </ac:picMkLst>
        </pc:picChg>
        <pc:picChg chg="mod">
          <ac:chgData name="Federico  Dattila" userId="3fbddd6b-c98a-4780-9364-b5d8323ec50d" providerId="ADAL" clId="{87E5B917-95E1-4BFD-835F-483FB990BAE4}" dt="2023-09-22T11:51:44.254" v="1003" actId="1036"/>
          <ac:picMkLst>
            <pc:docMk/>
            <pc:sldMk cId="1142128848" sldId="256"/>
            <ac:picMk id="174" creationId="{A13BF652-A183-B625-BE71-656FDE72221F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80" creationId="{F20AB3B9-830B-E3C8-A2C3-97FDEADC6D26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85" creationId="{BBEDB4B5-6261-B80E-BDDD-C9FFE6AF4F5F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86" creationId="{4629B653-AFE1-36E1-BF9A-00CCA1F962AB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89" creationId="{DCA16F41-552C-B517-E273-5020A732677C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90" creationId="{E9D0866F-7080-BBBE-272B-868B68FC46E3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025" creationId="{5764FFE0-32E9-1581-998A-0A18FE1BC9D5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028" creationId="{C11992EA-8EB0-E61B-158E-EEB38095D2A4}"/>
          </ac:picMkLst>
        </pc:picChg>
        <pc:picChg chg="del">
          <ac:chgData name="Federico  Dattila" userId="3fbddd6b-c98a-4780-9364-b5d8323ec50d" providerId="ADAL" clId="{87E5B917-95E1-4BFD-835F-483FB990BAE4}" dt="2023-09-22T11:25:13.222" v="0" actId="478"/>
          <ac:picMkLst>
            <pc:docMk/>
            <pc:sldMk cId="1142128848" sldId="256"/>
            <ac:picMk id="1030" creationId="{73EACC1E-D07E-7859-3FDE-F784EDF38499}"/>
          </ac:picMkLst>
        </pc:picChg>
        <pc:picChg chg="add mod topLvl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47" creationId="{12C13437-5CF2-3A71-FC2A-9E4EC25A4317}"/>
          </ac:picMkLst>
        </pc:picChg>
        <pc:picChg chg="add mod topLvl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48" creationId="{12135C31-48AC-087D-92C2-6F4C028FFA47}"/>
          </ac:picMkLst>
        </pc:picChg>
        <pc:picChg chg="add mod topLvl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49" creationId="{73C3EDDA-FF3E-4D06-F823-DD83AC0CB180}"/>
          </ac:picMkLst>
        </pc:picChg>
        <pc:picChg chg="add mod topLvl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50" creationId="{57DCA5D9-851C-731E-CB63-DD86BC54BFF6}"/>
          </ac:picMkLst>
        </pc:picChg>
        <pc:picChg chg="add mod topLvl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51" creationId="{B43D1E5C-6FBD-BEB9-5F8C-3A893EEC4964}"/>
          </ac:picMkLst>
        </pc:picChg>
        <pc:picChg chg="add mod topLvl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52" creationId="{069A8F9B-8691-6D4B-3B59-DFE32333534A}"/>
          </ac:picMkLst>
        </pc:picChg>
        <pc:picChg chg="add mod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58" creationId="{C06163F2-1017-2332-DE23-5770CBA3A639}"/>
          </ac:picMkLst>
        </pc:picChg>
        <pc:picChg chg="add mod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60" creationId="{774A6143-D59B-DEE9-7BD1-9F0492BF7633}"/>
          </ac:picMkLst>
        </pc:picChg>
        <pc:picChg chg="add mod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62" creationId="{959A73BB-8104-7D64-C545-FBD7AFCA5C59}"/>
          </ac:picMkLst>
        </pc:picChg>
        <pc:picChg chg="add mod modCrop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63" creationId="{F8E94BD9-349A-D846-5E36-D8429803B684}"/>
          </ac:picMkLst>
        </pc:picChg>
        <pc:picChg chg="add mod modCrop">
          <ac:chgData name="Federico  Dattila" userId="3fbddd6b-c98a-4780-9364-b5d8323ec50d" providerId="ADAL" clId="{87E5B917-95E1-4BFD-835F-483FB990BAE4}" dt="2023-09-22T12:02:41.563" v="1209" actId="1037"/>
          <ac:picMkLst>
            <pc:docMk/>
            <pc:sldMk cId="1142128848" sldId="256"/>
            <ac:picMk id="1064" creationId="{D4DC2C18-9A57-6273-ACAC-33D063F98EA9}"/>
          </ac:picMkLst>
        </pc:picChg>
        <pc:cxnChg chg="del">
          <ac:chgData name="Federico  Dattila" userId="3fbddd6b-c98a-4780-9364-b5d8323ec50d" providerId="ADAL" clId="{87E5B917-95E1-4BFD-835F-483FB990BAE4}" dt="2023-09-22T11:25:13.222" v="0" actId="478"/>
          <ac:cxnSpMkLst>
            <pc:docMk/>
            <pc:sldMk cId="1142128848" sldId="256"/>
            <ac:cxnSpMk id="161" creationId="{218DBB92-C468-34BD-3651-33ED8034AFCB}"/>
          </ac:cxnSpMkLst>
        </pc:cxnChg>
        <pc:cxnChg chg="del">
          <ac:chgData name="Federico  Dattila" userId="3fbddd6b-c98a-4780-9364-b5d8323ec50d" providerId="ADAL" clId="{87E5B917-95E1-4BFD-835F-483FB990BAE4}" dt="2023-09-22T11:25:13.222" v="0" actId="478"/>
          <ac:cxnSpMkLst>
            <pc:docMk/>
            <pc:sldMk cId="1142128848" sldId="256"/>
            <ac:cxnSpMk id="162" creationId="{EE6936A9-9B26-0B8F-5F67-5D783D65DCF6}"/>
          </ac:cxnSpMkLst>
        </pc:cxnChg>
        <pc:cxnChg chg="del">
          <ac:chgData name="Federico  Dattila" userId="3fbddd6b-c98a-4780-9364-b5d8323ec50d" providerId="ADAL" clId="{87E5B917-95E1-4BFD-835F-483FB990BAE4}" dt="2023-09-22T11:25:13.222" v="0" actId="478"/>
          <ac:cxnSpMkLst>
            <pc:docMk/>
            <pc:sldMk cId="1142128848" sldId="256"/>
            <ac:cxnSpMk id="167" creationId="{A463793F-2D11-1EFB-C4A0-22EE688D8E89}"/>
          </ac:cxnSpMkLst>
        </pc:cxnChg>
        <pc:cxnChg chg="del">
          <ac:chgData name="Federico  Dattila" userId="3fbddd6b-c98a-4780-9364-b5d8323ec50d" providerId="ADAL" clId="{87E5B917-95E1-4BFD-835F-483FB990BAE4}" dt="2023-09-22T11:25:13.222" v="0" actId="478"/>
          <ac:cxnSpMkLst>
            <pc:docMk/>
            <pc:sldMk cId="1142128848" sldId="256"/>
            <ac:cxnSpMk id="168" creationId="{BE492889-408C-6793-0902-F996BCD49E75}"/>
          </ac:cxnSpMkLst>
        </pc:cxnChg>
        <pc:cxnChg chg="add mod">
          <ac:chgData name="Federico  Dattila" userId="3fbddd6b-c98a-4780-9364-b5d8323ec50d" providerId="ADAL" clId="{87E5B917-95E1-4BFD-835F-483FB990BAE4}" dt="2023-09-22T12:02:10.458" v="1198" actId="208"/>
          <ac:cxnSpMkLst>
            <pc:docMk/>
            <pc:sldMk cId="1142128848" sldId="256"/>
            <ac:cxnSpMk id="1024" creationId="{553A6E2D-5EE4-2AE8-8C5D-42EB50C824D8}"/>
          </ac:cxnSpMkLst>
        </pc:cxnChg>
        <pc:cxnChg chg="add mod">
          <ac:chgData name="Federico  Dattila" userId="3fbddd6b-c98a-4780-9364-b5d8323ec50d" providerId="ADAL" clId="{87E5B917-95E1-4BFD-835F-483FB990BAE4}" dt="2023-09-22T12:02:58.837" v="1219" actId="1037"/>
          <ac:cxnSpMkLst>
            <pc:docMk/>
            <pc:sldMk cId="1142128848" sldId="256"/>
            <ac:cxnSpMk id="1026" creationId="{0495FA1C-7E0B-8152-5F33-9F0AA6DC6E3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Federico  Dattila" userId="3fbddd6b-c98a-4780-9364-b5d8323ec50d" providerId="ADAL" clId="{87E5B917-95E1-4BFD-835F-483FB990BAE4}" dt="2023-09-22T11:25:26.782" v="6"/>
              <pc2:cmMkLst xmlns:pc2="http://schemas.microsoft.com/office/powerpoint/2019/9/main/command">
                <pc:docMk/>
                <pc:sldMk cId="1142128848" sldId="256"/>
                <pc2:cmMk id="{1E60B512-E182-4BF5-8656-CD071594F96A}"/>
              </pc2:cmMkLst>
            </pc226:cmChg>
          </p:ext>
        </pc:extLst>
      </pc:sldChg>
    </pc:docChg>
  </pc:docChgLst>
  <pc:docChgLst>
    <pc:chgData name="DATTILA  FEDERICO" userId="3fbddd6b-c98a-4780-9364-b5d8323ec50d" providerId="ADAL" clId="{04DC8924-37AB-4471-9F2C-2FECB30A93E9}"/>
    <pc:docChg chg="undo custSel modSld">
      <pc:chgData name="DATTILA  FEDERICO" userId="3fbddd6b-c98a-4780-9364-b5d8323ec50d" providerId="ADAL" clId="{04DC8924-37AB-4471-9F2C-2FECB30A93E9}" dt="2022-09-27T08:43:49.843" v="805" actId="20577"/>
      <pc:docMkLst>
        <pc:docMk/>
      </pc:docMkLst>
      <pc:sldChg chg="addSp delSp modSp mod addCm delCm">
        <pc:chgData name="DATTILA  FEDERICO" userId="3fbddd6b-c98a-4780-9364-b5d8323ec50d" providerId="ADAL" clId="{04DC8924-37AB-4471-9F2C-2FECB30A93E9}" dt="2022-09-27T08:43:49.843" v="805" actId="20577"/>
        <pc:sldMkLst>
          <pc:docMk/>
          <pc:sldMk cId="1142128848" sldId="256"/>
        </pc:sldMkLst>
        <pc:spChg chg="mod">
          <ac:chgData name="DATTILA  FEDERICO" userId="3fbddd6b-c98a-4780-9364-b5d8323ec50d" providerId="ADAL" clId="{04DC8924-37AB-4471-9F2C-2FECB30A93E9}" dt="2022-09-27T08:37:16.795" v="803" actId="14100"/>
          <ac:spMkLst>
            <pc:docMk/>
            <pc:sldMk cId="1142128848" sldId="256"/>
            <ac:spMk id="2" creationId="{D95B38F2-DD8C-05D6-4ED0-FDAB4ECEF3D3}"/>
          </ac:spMkLst>
        </pc:spChg>
        <pc:spChg chg="mod">
          <ac:chgData name="DATTILA  FEDERICO" userId="3fbddd6b-c98a-4780-9364-b5d8323ec50d" providerId="ADAL" clId="{04DC8924-37AB-4471-9F2C-2FECB30A93E9}" dt="2022-09-26T15:05:17.975" v="758" actId="1036"/>
          <ac:spMkLst>
            <pc:docMk/>
            <pc:sldMk cId="1142128848" sldId="256"/>
            <ac:spMk id="3" creationId="{5644FD4A-4152-D3AE-85D0-62E4AA1B30FE}"/>
          </ac:spMkLst>
        </pc:spChg>
        <pc:spChg chg="mod">
          <ac:chgData name="DATTILA  FEDERICO" userId="3fbddd6b-c98a-4780-9364-b5d8323ec50d" providerId="ADAL" clId="{04DC8924-37AB-4471-9F2C-2FECB30A93E9}" dt="2022-09-26T14:58:07.891" v="678" actId="1035"/>
          <ac:spMkLst>
            <pc:docMk/>
            <pc:sldMk cId="1142128848" sldId="256"/>
            <ac:spMk id="21" creationId="{D6F99EF6-2E18-D909-025D-140F0BEBF150}"/>
          </ac:spMkLst>
        </pc:spChg>
        <pc:spChg chg="add mod">
          <ac:chgData name="DATTILA  FEDERICO" userId="3fbddd6b-c98a-4780-9364-b5d8323ec50d" providerId="ADAL" clId="{04DC8924-37AB-4471-9F2C-2FECB30A93E9}" dt="2022-09-27T08:35:02.662" v="798" actId="1036"/>
          <ac:spMkLst>
            <pc:docMk/>
            <pc:sldMk cId="1142128848" sldId="256"/>
            <ac:spMk id="60" creationId="{AE30A9D9-206C-DA32-A646-07F1330432F1}"/>
          </ac:spMkLst>
        </pc:spChg>
        <pc:spChg chg="add del mod">
          <ac:chgData name="DATTILA  FEDERICO" userId="3fbddd6b-c98a-4780-9364-b5d8323ec50d" providerId="ADAL" clId="{04DC8924-37AB-4471-9F2C-2FECB30A93E9}" dt="2022-09-26T14:27:38.705" v="169" actId="478"/>
          <ac:spMkLst>
            <pc:docMk/>
            <pc:sldMk cId="1142128848" sldId="256"/>
            <ac:spMk id="73" creationId="{FD762299-C853-8938-0463-7CC0A98C8623}"/>
          </ac:spMkLst>
        </pc:spChg>
        <pc:spChg chg="mod">
          <ac:chgData name="DATTILA  FEDERICO" userId="3fbddd6b-c98a-4780-9364-b5d8323ec50d" providerId="ADAL" clId="{04DC8924-37AB-4471-9F2C-2FECB30A93E9}" dt="2022-09-26T14:58:07.891" v="678" actId="1035"/>
          <ac:spMkLst>
            <pc:docMk/>
            <pc:sldMk cId="1142128848" sldId="256"/>
            <ac:spMk id="176" creationId="{A330BD26-F656-5D54-F2EF-4E23C8FD62B4}"/>
          </ac:spMkLst>
        </pc:spChg>
        <pc:spChg chg="mod">
          <ac:chgData name="DATTILA  FEDERICO" userId="3fbddd6b-c98a-4780-9364-b5d8323ec50d" providerId="ADAL" clId="{04DC8924-37AB-4471-9F2C-2FECB30A93E9}" dt="2022-09-26T14:58:07.891" v="678" actId="1035"/>
          <ac:spMkLst>
            <pc:docMk/>
            <pc:sldMk cId="1142128848" sldId="256"/>
            <ac:spMk id="178" creationId="{318ABFD0-BDD4-C074-15CA-85990740FD7F}"/>
          </ac:spMkLst>
        </pc:spChg>
        <pc:spChg chg="add del mod">
          <ac:chgData name="DATTILA  FEDERICO" userId="3fbddd6b-c98a-4780-9364-b5d8323ec50d" providerId="ADAL" clId="{04DC8924-37AB-4471-9F2C-2FECB30A93E9}" dt="2022-09-26T14:35:38.194" v="291" actId="478"/>
          <ac:spMkLst>
            <pc:docMk/>
            <pc:sldMk cId="1142128848" sldId="256"/>
            <ac:spMk id="184" creationId="{D2D3CACC-7BFA-23A2-4A50-DD7090C19867}"/>
          </ac:spMkLst>
        </pc:spChg>
        <pc:spChg chg="add del mod">
          <ac:chgData name="DATTILA  FEDERICO" userId="3fbddd6b-c98a-4780-9364-b5d8323ec50d" providerId="ADAL" clId="{04DC8924-37AB-4471-9F2C-2FECB30A93E9}" dt="2022-09-26T14:36:42.748" v="303" actId="478"/>
          <ac:spMkLst>
            <pc:docMk/>
            <pc:sldMk cId="1142128848" sldId="256"/>
            <ac:spMk id="188" creationId="{47147327-44A7-B54C-B700-DFB1196DC2D5}"/>
          </ac:spMkLst>
        </pc:spChg>
        <pc:spChg chg="add del mod">
          <ac:chgData name="DATTILA  FEDERICO" userId="3fbddd6b-c98a-4780-9364-b5d8323ec50d" providerId="ADAL" clId="{04DC8924-37AB-4471-9F2C-2FECB30A93E9}" dt="2022-09-26T14:41:40.173" v="391" actId="478"/>
          <ac:spMkLst>
            <pc:docMk/>
            <pc:sldMk cId="1142128848" sldId="256"/>
            <ac:spMk id="191" creationId="{D20E5651-965F-9793-E128-C0720790E0CA}"/>
          </ac:spMkLst>
        </pc:spChg>
        <pc:spChg chg="add del mod">
          <ac:chgData name="DATTILA  FEDERICO" userId="3fbddd6b-c98a-4780-9364-b5d8323ec50d" providerId="ADAL" clId="{04DC8924-37AB-4471-9F2C-2FECB30A93E9}" dt="2022-09-26T14:44:21.385" v="436" actId="478"/>
          <ac:spMkLst>
            <pc:docMk/>
            <pc:sldMk cId="1142128848" sldId="256"/>
            <ac:spMk id="196" creationId="{EBECBBA1-096B-C3C4-965C-FFB99DCDFD77}"/>
          </ac:spMkLst>
        </pc:spChg>
        <pc:spChg chg="add del mod">
          <ac:chgData name="DATTILA  FEDERICO" userId="3fbddd6b-c98a-4780-9364-b5d8323ec50d" providerId="ADAL" clId="{04DC8924-37AB-4471-9F2C-2FECB30A93E9}" dt="2022-09-26T14:59:03.762" v="686" actId="478"/>
          <ac:spMkLst>
            <pc:docMk/>
            <pc:sldMk cId="1142128848" sldId="256"/>
            <ac:spMk id="199" creationId="{5445448B-BFB3-EEFA-FE71-1BBE1F820FBC}"/>
          </ac:spMkLst>
        </pc:spChg>
        <pc:spChg chg="add del mod">
          <ac:chgData name="DATTILA  FEDERICO" userId="3fbddd6b-c98a-4780-9364-b5d8323ec50d" providerId="ADAL" clId="{04DC8924-37AB-4471-9F2C-2FECB30A93E9}" dt="2022-09-26T14:59:58.340" v="697" actId="478"/>
          <ac:spMkLst>
            <pc:docMk/>
            <pc:sldMk cId="1142128848" sldId="256"/>
            <ac:spMk id="202" creationId="{752A743A-12B1-0312-338A-8AE8B880EBA6}"/>
          </ac:spMkLst>
        </pc:spChg>
        <pc:spChg chg="add del mod">
          <ac:chgData name="DATTILA  FEDERICO" userId="3fbddd6b-c98a-4780-9364-b5d8323ec50d" providerId="ADAL" clId="{04DC8924-37AB-4471-9F2C-2FECB30A93E9}" dt="2022-09-26T15:03:32.911" v="707" actId="478"/>
          <ac:spMkLst>
            <pc:docMk/>
            <pc:sldMk cId="1142128848" sldId="256"/>
            <ac:spMk id="205" creationId="{69CB0F4F-2C7A-9811-7DD5-9FDCCB9D8B3A}"/>
          </ac:spMkLst>
        </pc:spChg>
        <pc:spChg chg="mod">
          <ac:chgData name="DATTILA  FEDERICO" userId="3fbddd6b-c98a-4780-9364-b5d8323ec50d" providerId="ADAL" clId="{04DC8924-37AB-4471-9F2C-2FECB30A93E9}" dt="2022-09-27T08:43:49.843" v="805" actId="20577"/>
          <ac:spMkLst>
            <pc:docMk/>
            <pc:sldMk cId="1142128848" sldId="256"/>
            <ac:spMk id="1029" creationId="{ECE195AB-1379-2685-3AA9-853556EB8E39}"/>
          </ac:spMkLst>
        </pc:spChg>
        <pc:graphicFrameChg chg="mod">
          <ac:chgData name="DATTILA  FEDERICO" userId="3fbddd6b-c98a-4780-9364-b5d8323ec50d" providerId="ADAL" clId="{04DC8924-37AB-4471-9F2C-2FECB30A93E9}" dt="2022-09-26T14:58:07.891" v="678" actId="1035"/>
          <ac:graphicFrameMkLst>
            <pc:docMk/>
            <pc:sldMk cId="1142128848" sldId="256"/>
            <ac:graphicFrameMk id="173" creationId="{59A3FD94-D714-B8D0-7948-75EC998FACEC}"/>
          </ac:graphicFrameMkLst>
        </pc:graphicFrameChg>
        <pc:picChg chg="mod">
          <ac:chgData name="DATTILA  FEDERICO" userId="3fbddd6b-c98a-4780-9364-b5d8323ec50d" providerId="ADAL" clId="{04DC8924-37AB-4471-9F2C-2FECB30A93E9}" dt="2022-09-26T14:55:15.143" v="597"/>
          <ac:picMkLst>
            <pc:docMk/>
            <pc:sldMk cId="1142128848" sldId="256"/>
            <ac:picMk id="4" creationId="{0AB198CC-B4D7-E41A-887B-7A2AFB5A1A9A}"/>
          </ac:picMkLst>
        </pc:picChg>
        <pc:picChg chg="add del mod">
          <ac:chgData name="DATTILA  FEDERICO" userId="3fbddd6b-c98a-4780-9364-b5d8323ec50d" providerId="ADAL" clId="{04DC8924-37AB-4471-9F2C-2FECB30A93E9}" dt="2022-09-26T14:37:00.291" v="308" actId="21"/>
          <ac:picMkLst>
            <pc:docMk/>
            <pc:sldMk cId="1142128848" sldId="256"/>
            <ac:picMk id="16" creationId="{67949BF8-8B2F-67F9-B22F-B237708A9676}"/>
          </ac:picMkLst>
        </pc:picChg>
        <pc:picChg chg="mod">
          <ac:chgData name="DATTILA  FEDERICO" userId="3fbddd6b-c98a-4780-9364-b5d8323ec50d" providerId="ADAL" clId="{04DC8924-37AB-4471-9F2C-2FECB30A93E9}" dt="2022-09-26T14:58:07.891" v="678" actId="1035"/>
          <ac:picMkLst>
            <pc:docMk/>
            <pc:sldMk cId="1142128848" sldId="256"/>
            <ac:picMk id="19" creationId="{47DE9728-6DED-6B6E-479B-26A2D1B92955}"/>
          </ac:picMkLst>
        </pc:picChg>
        <pc:picChg chg="mod">
          <ac:chgData name="DATTILA  FEDERICO" userId="3fbddd6b-c98a-4780-9364-b5d8323ec50d" providerId="ADAL" clId="{04DC8924-37AB-4471-9F2C-2FECB30A93E9}" dt="2022-09-26T14:58:07.891" v="678" actId="1035"/>
          <ac:picMkLst>
            <pc:docMk/>
            <pc:sldMk cId="1142128848" sldId="256"/>
            <ac:picMk id="20" creationId="{64943F20-A005-76B7-8DF5-DA024B6DEF57}"/>
          </ac:picMkLst>
        </pc:picChg>
        <pc:picChg chg="mod">
          <ac:chgData name="DATTILA  FEDERICO" userId="3fbddd6b-c98a-4780-9364-b5d8323ec50d" providerId="ADAL" clId="{04DC8924-37AB-4471-9F2C-2FECB30A93E9}" dt="2022-09-26T11:42:09.679" v="6"/>
          <ac:picMkLst>
            <pc:docMk/>
            <pc:sldMk cId="1142128848" sldId="256"/>
            <ac:picMk id="23" creationId="{D1A62B65-6AA0-3CF8-FA4F-1F99DA18CAD1}"/>
          </ac:picMkLst>
        </pc:picChg>
        <pc:picChg chg="mod">
          <ac:chgData name="DATTILA  FEDERICO" userId="3fbddd6b-c98a-4780-9364-b5d8323ec50d" providerId="ADAL" clId="{04DC8924-37AB-4471-9F2C-2FECB30A93E9}" dt="2022-09-26T14:58:07.891" v="678" actId="1035"/>
          <ac:picMkLst>
            <pc:docMk/>
            <pc:sldMk cId="1142128848" sldId="256"/>
            <ac:picMk id="51" creationId="{BFCB1E28-06FB-48E9-C5EC-1EB0F769C7D4}"/>
          </ac:picMkLst>
        </pc:picChg>
        <pc:picChg chg="mod">
          <ac:chgData name="DATTILA  FEDERICO" userId="3fbddd6b-c98a-4780-9364-b5d8323ec50d" providerId="ADAL" clId="{04DC8924-37AB-4471-9F2C-2FECB30A93E9}" dt="2022-09-26T14:58:07.891" v="678" actId="1035"/>
          <ac:picMkLst>
            <pc:docMk/>
            <pc:sldMk cId="1142128848" sldId="256"/>
            <ac:picMk id="54" creationId="{2BEF73F3-C348-8632-E7F8-006DD6CB30B3}"/>
          </ac:picMkLst>
        </pc:picChg>
        <pc:picChg chg="add del mod modCrop">
          <ac:chgData name="DATTILA  FEDERICO" userId="3fbddd6b-c98a-4780-9364-b5d8323ec50d" providerId="ADAL" clId="{04DC8924-37AB-4471-9F2C-2FECB30A93E9}" dt="2022-09-26T14:29:53.999" v="208" actId="21"/>
          <ac:picMkLst>
            <pc:docMk/>
            <pc:sldMk cId="1142128848" sldId="256"/>
            <ac:picMk id="183" creationId="{EEF53722-2502-58D6-5427-5204C345F30F}"/>
          </ac:picMkLst>
        </pc:picChg>
        <pc:picChg chg="add mod modCrop">
          <ac:chgData name="DATTILA  FEDERICO" userId="3fbddd6b-c98a-4780-9364-b5d8323ec50d" providerId="ADAL" clId="{04DC8924-37AB-4471-9F2C-2FECB30A93E9}" dt="2022-09-27T08:35:02.662" v="798" actId="1036"/>
          <ac:picMkLst>
            <pc:docMk/>
            <pc:sldMk cId="1142128848" sldId="256"/>
            <ac:picMk id="185" creationId="{BBEDB4B5-6261-B80E-BDDD-C9FFE6AF4F5F}"/>
          </ac:picMkLst>
        </pc:picChg>
        <pc:picChg chg="add del mod">
          <ac:chgData name="DATTILA  FEDERICO" userId="3fbddd6b-c98a-4780-9364-b5d8323ec50d" providerId="ADAL" clId="{04DC8924-37AB-4471-9F2C-2FECB30A93E9}" dt="2022-09-26T14:36:42.748" v="303" actId="478"/>
          <ac:picMkLst>
            <pc:docMk/>
            <pc:sldMk cId="1142128848" sldId="256"/>
            <ac:picMk id="187" creationId="{A61CE422-8E07-3164-85D4-212B378E724E}"/>
          </ac:picMkLst>
        </pc:picChg>
        <pc:picChg chg="add mod">
          <ac:chgData name="DATTILA  FEDERICO" userId="3fbddd6b-c98a-4780-9364-b5d8323ec50d" providerId="ADAL" clId="{04DC8924-37AB-4471-9F2C-2FECB30A93E9}" dt="2022-09-27T08:34:44.284" v="774" actId="1076"/>
          <ac:picMkLst>
            <pc:docMk/>
            <pc:sldMk cId="1142128848" sldId="256"/>
            <ac:picMk id="189" creationId="{DCA16F41-552C-B517-E273-5020A732677C}"/>
          </ac:picMkLst>
        </pc:picChg>
        <pc:picChg chg="add del mod">
          <ac:chgData name="DATTILA  FEDERICO" userId="3fbddd6b-c98a-4780-9364-b5d8323ec50d" providerId="ADAL" clId="{04DC8924-37AB-4471-9F2C-2FECB30A93E9}" dt="2022-09-26T14:37:56.443" v="322" actId="478"/>
          <ac:picMkLst>
            <pc:docMk/>
            <pc:sldMk cId="1142128848" sldId="256"/>
            <ac:picMk id="190" creationId="{DC47DB51-8F4F-9A58-6F93-B83574BD0814}"/>
          </ac:picMkLst>
        </pc:picChg>
        <pc:picChg chg="add del mod">
          <ac:chgData name="DATTILA  FEDERICO" userId="3fbddd6b-c98a-4780-9364-b5d8323ec50d" providerId="ADAL" clId="{04DC8924-37AB-4471-9F2C-2FECB30A93E9}" dt="2022-09-26T14:44:21.385" v="436" actId="478"/>
          <ac:picMkLst>
            <pc:docMk/>
            <pc:sldMk cId="1142128848" sldId="256"/>
            <ac:picMk id="195" creationId="{0D16C721-CC8B-BE74-7222-E9F03D69F42E}"/>
          </ac:picMkLst>
        </pc:picChg>
        <pc:picChg chg="add del mod">
          <ac:chgData name="DATTILA  FEDERICO" userId="3fbddd6b-c98a-4780-9364-b5d8323ec50d" providerId="ADAL" clId="{04DC8924-37AB-4471-9F2C-2FECB30A93E9}" dt="2022-09-26T14:49:13.010" v="468" actId="478"/>
          <ac:picMkLst>
            <pc:docMk/>
            <pc:sldMk cId="1142128848" sldId="256"/>
            <ac:picMk id="198" creationId="{5DC1E80B-DE91-5278-F4FB-143AA9817830}"/>
          </ac:picMkLst>
        </pc:picChg>
        <pc:picChg chg="add del mod">
          <ac:chgData name="DATTILA  FEDERICO" userId="3fbddd6b-c98a-4780-9364-b5d8323ec50d" providerId="ADAL" clId="{04DC8924-37AB-4471-9F2C-2FECB30A93E9}" dt="2022-09-26T15:00:35.213" v="703" actId="478"/>
          <ac:picMkLst>
            <pc:docMk/>
            <pc:sldMk cId="1142128848" sldId="256"/>
            <ac:picMk id="201" creationId="{B75970EA-09F8-0C14-2B0D-302683E3302E}"/>
          </ac:picMkLst>
        </pc:picChg>
        <pc:picChg chg="add del mod">
          <ac:chgData name="DATTILA  FEDERICO" userId="3fbddd6b-c98a-4780-9364-b5d8323ec50d" providerId="ADAL" clId="{04DC8924-37AB-4471-9F2C-2FECB30A93E9}" dt="2022-09-26T15:05:36.252" v="760" actId="478"/>
          <ac:picMkLst>
            <pc:docMk/>
            <pc:sldMk cId="1142128848" sldId="256"/>
            <ac:picMk id="204" creationId="{7B88189B-AB98-76F9-EDD1-7C025B5D13C2}"/>
          </ac:picMkLst>
        </pc:picChg>
        <pc:picChg chg="add del mod">
          <ac:chgData name="DATTILA  FEDERICO" userId="3fbddd6b-c98a-4780-9364-b5d8323ec50d" providerId="ADAL" clId="{04DC8924-37AB-4471-9F2C-2FECB30A93E9}" dt="2022-09-26T15:04:26.907" v="726" actId="478"/>
          <ac:picMkLst>
            <pc:docMk/>
            <pc:sldMk cId="1142128848" sldId="256"/>
            <ac:picMk id="206" creationId="{71171BB1-31F8-9528-8993-9E87ABA5A8B5}"/>
          </ac:picMkLst>
        </pc:picChg>
        <pc:cxnChg chg="add del mod">
          <ac:chgData name="DATTILA  FEDERICO" userId="3fbddd6b-c98a-4780-9364-b5d8323ec50d" providerId="ADAL" clId="{04DC8924-37AB-4471-9F2C-2FECB30A93E9}" dt="2022-09-26T14:41:56.081" v="394" actId="478"/>
          <ac:cxnSpMkLst>
            <pc:docMk/>
            <pc:sldMk cId="1142128848" sldId="256"/>
            <ac:cxnSpMk id="193" creationId="{D984B637-F04F-C86C-CC93-9FE6101015A0}"/>
          </ac:cxnSpMkLst>
        </pc:cxnChg>
      </pc:sldChg>
    </pc:docChg>
  </pc:docChgLst>
  <pc:docChgLst>
    <pc:chgData name="Zoli  Maddalena" userId="ef75f32c-2285-4bf8-888e-0be039881ff4" providerId="ADAL" clId="{A33429D2-6671-4BE6-AA90-D3A15BFF9CAE}"/>
    <pc:docChg chg="undo custSel modSld">
      <pc:chgData name="Zoli  Maddalena" userId="ef75f32c-2285-4bf8-888e-0be039881ff4" providerId="ADAL" clId="{A33429D2-6671-4BE6-AA90-D3A15BFF9CAE}" dt="2022-09-26T15:37:41.726" v="2514" actId="1036"/>
      <pc:docMkLst>
        <pc:docMk/>
      </pc:docMkLst>
      <pc:sldChg chg="addSp delSp modSp mod modCm">
        <pc:chgData name="Zoli  Maddalena" userId="ef75f32c-2285-4bf8-888e-0be039881ff4" providerId="ADAL" clId="{A33429D2-6671-4BE6-AA90-D3A15BFF9CAE}" dt="2022-09-26T15:37:41.726" v="2514" actId="1036"/>
        <pc:sldMkLst>
          <pc:docMk/>
          <pc:sldMk cId="1142128848" sldId="256"/>
        </pc:sldMkLst>
        <pc:spChg chg="add mod">
          <ac:chgData name="Zoli  Maddalena" userId="ef75f32c-2285-4bf8-888e-0be039881ff4" providerId="ADAL" clId="{A33429D2-6671-4BE6-AA90-D3A15BFF9CAE}" dt="2022-09-26T10:35:01.814" v="699" actId="14100"/>
          <ac:spMkLst>
            <pc:docMk/>
            <pc:sldMk cId="1142128848" sldId="256"/>
            <ac:spMk id="2" creationId="{D95B38F2-DD8C-05D6-4ED0-FDAB4ECEF3D3}"/>
          </ac:spMkLst>
        </pc:spChg>
        <pc:spChg chg="add mod">
          <ac:chgData name="Zoli  Maddalena" userId="ef75f32c-2285-4bf8-888e-0be039881ff4" providerId="ADAL" clId="{A33429D2-6671-4BE6-AA90-D3A15BFF9CAE}" dt="2022-09-26T15:14:08.807" v="1858" actId="1076"/>
          <ac:spMkLst>
            <pc:docMk/>
            <pc:sldMk cId="1142128848" sldId="256"/>
            <ac:spMk id="3" creationId="{5644FD4A-4152-D3AE-85D0-62E4AA1B30FE}"/>
          </ac:spMkLst>
        </pc:spChg>
        <pc:spChg chg="mod">
          <ac:chgData name="Zoli  Maddalena" userId="ef75f32c-2285-4bf8-888e-0be039881ff4" providerId="ADAL" clId="{A33429D2-6671-4BE6-AA90-D3A15BFF9CAE}" dt="2022-09-26T10:42:38.876" v="1313" actId="1037"/>
          <ac:spMkLst>
            <pc:docMk/>
            <pc:sldMk cId="1142128848" sldId="256"/>
            <ac:spMk id="7" creationId="{E7C5AD1F-E9E3-9A57-6E8D-3507CDAB79F5}"/>
          </ac:spMkLst>
        </pc:spChg>
        <pc:spChg chg="add del mod">
          <ac:chgData name="Zoli  Maddalena" userId="ef75f32c-2285-4bf8-888e-0be039881ff4" providerId="ADAL" clId="{A33429D2-6671-4BE6-AA90-D3A15BFF9CAE}" dt="2022-09-26T15:37:41.726" v="2514" actId="1036"/>
          <ac:spMkLst>
            <pc:docMk/>
            <pc:sldMk cId="1142128848" sldId="256"/>
            <ac:spMk id="12" creationId="{F619520C-58AB-BD7F-0590-9005289D4E13}"/>
          </ac:spMkLst>
        </pc:spChg>
        <pc:spChg chg="add mod">
          <ac:chgData name="Zoli  Maddalena" userId="ef75f32c-2285-4bf8-888e-0be039881ff4" providerId="ADAL" clId="{A33429D2-6671-4BE6-AA90-D3A15BFF9CAE}" dt="2022-09-26T10:50:53.382" v="1643" actId="1076"/>
          <ac:spMkLst>
            <pc:docMk/>
            <pc:sldMk cId="1142128848" sldId="256"/>
            <ac:spMk id="14" creationId="{E55981CF-EEFC-52B8-358A-89D53A221CF5}"/>
          </ac:spMkLst>
        </pc:spChg>
        <pc:spChg chg="add mod">
          <ac:chgData name="Zoli  Maddalena" userId="ef75f32c-2285-4bf8-888e-0be039881ff4" providerId="ADAL" clId="{A33429D2-6671-4BE6-AA90-D3A15BFF9CAE}" dt="2022-09-26T15:37:41.726" v="2514" actId="1036"/>
          <ac:spMkLst>
            <pc:docMk/>
            <pc:sldMk cId="1142128848" sldId="256"/>
            <ac:spMk id="17" creationId="{9369E0C6-6B2C-D843-1B64-785FF1DF90DD}"/>
          </ac:spMkLst>
        </pc:spChg>
        <pc:spChg chg="add mod">
          <ac:chgData name="Zoli  Maddalena" userId="ef75f32c-2285-4bf8-888e-0be039881ff4" providerId="ADAL" clId="{A33429D2-6671-4BE6-AA90-D3A15BFF9CAE}" dt="2022-09-26T15:26:10.618" v="2240" actId="1036"/>
          <ac:spMkLst>
            <pc:docMk/>
            <pc:sldMk cId="1142128848" sldId="256"/>
            <ac:spMk id="21" creationId="{D6F99EF6-2E18-D909-025D-140F0BEBF15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24" creationId="{20E5BB17-C49E-B2F8-045F-D903FB13DEA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34" creationId="{0A096F28-B7B5-857B-517A-FE17F2EB3367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35" creationId="{CDD0D7EA-F1E8-D6AD-C6B4-A40336B35BDD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36" creationId="{FE4EB33D-7E3F-DF85-DF38-E9112436E36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37" creationId="{EB2EA9C3-EA65-4220-EE04-2A832B7306B4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38" creationId="{8A4BC045-FCF0-2817-F56B-87B373A852AF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39" creationId="{2DDCF0D1-B14A-1E41-BE83-C4ACE4F4960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0" creationId="{B3219A1F-87C3-CD63-C07C-69F29B4BC45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1" creationId="{6D956EE2-3FD4-5178-8599-28F6A130A829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2" creationId="{3A377C57-8580-B7DE-1178-5F1F89A8F99F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3" creationId="{32EA526E-66B4-C30A-16EF-2BE4C264EF4F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5" creationId="{14E7FFF5-CE62-F511-00AE-53A568AE6887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6" creationId="{36B7E454-7042-0CB8-632E-E5A57222F97B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8" creationId="{1BE645D6-731B-D361-91E3-46D3D1C30C07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49" creationId="{9024B467-EDA2-79AF-BF62-3C80FA5A8D88}"/>
          </ac:spMkLst>
        </pc:spChg>
        <pc:spChg chg="add mod">
          <ac:chgData name="Zoli  Maddalena" userId="ef75f32c-2285-4bf8-888e-0be039881ff4" providerId="ADAL" clId="{A33429D2-6671-4BE6-AA90-D3A15BFF9CAE}" dt="2022-09-26T15:26:00.110" v="2224" actId="1036"/>
          <ac:spMkLst>
            <pc:docMk/>
            <pc:sldMk cId="1142128848" sldId="256"/>
            <ac:spMk id="53" creationId="{77E063CA-13EA-F202-4FC8-48F32377A68C}"/>
          </ac:spMkLst>
        </pc:spChg>
        <pc:spChg chg="add mod">
          <ac:chgData name="Zoli  Maddalena" userId="ef75f32c-2285-4bf8-888e-0be039881ff4" providerId="ADAL" clId="{A33429D2-6671-4BE6-AA90-D3A15BFF9CAE}" dt="2022-09-26T15:31:50.913" v="2366" actId="1038"/>
          <ac:spMkLst>
            <pc:docMk/>
            <pc:sldMk cId="1142128848" sldId="256"/>
            <ac:spMk id="55" creationId="{B78CD001-F59D-41ED-F315-86562E90AAEA}"/>
          </ac:spMkLst>
        </pc:spChg>
        <pc:spChg chg="add del mod">
          <ac:chgData name="Zoli  Maddalena" userId="ef75f32c-2285-4bf8-888e-0be039881ff4" providerId="ADAL" clId="{A33429D2-6671-4BE6-AA90-D3A15BFF9CAE}" dt="2022-09-26T10:23:30.399" v="310" actId="478"/>
          <ac:spMkLst>
            <pc:docMk/>
            <pc:sldMk cId="1142128848" sldId="256"/>
            <ac:spMk id="56" creationId="{B345F481-F469-4351-F36B-C3BFE2508905}"/>
          </ac:spMkLst>
        </pc:spChg>
        <pc:spChg chg="add mod">
          <ac:chgData name="Zoli  Maddalena" userId="ef75f32c-2285-4bf8-888e-0be039881ff4" providerId="ADAL" clId="{A33429D2-6671-4BE6-AA90-D3A15BFF9CAE}" dt="2022-09-26T15:26:00.110" v="2224" actId="1036"/>
          <ac:spMkLst>
            <pc:docMk/>
            <pc:sldMk cId="1142128848" sldId="256"/>
            <ac:spMk id="57" creationId="{7C92E4B3-4191-8070-2818-879AF0952635}"/>
          </ac:spMkLst>
        </pc:spChg>
        <pc:spChg chg="add mod">
          <ac:chgData name="Zoli  Maddalena" userId="ef75f32c-2285-4bf8-888e-0be039881ff4" providerId="ADAL" clId="{A33429D2-6671-4BE6-AA90-D3A15BFF9CAE}" dt="2022-09-26T15:26:00.110" v="2224" actId="1036"/>
          <ac:spMkLst>
            <pc:docMk/>
            <pc:sldMk cId="1142128848" sldId="256"/>
            <ac:spMk id="58" creationId="{B12F890B-604D-095B-9FF9-94F05F0A425F}"/>
          </ac:spMkLst>
        </pc:spChg>
        <pc:spChg chg="add mod">
          <ac:chgData name="Zoli  Maddalena" userId="ef75f32c-2285-4bf8-888e-0be039881ff4" providerId="ADAL" clId="{A33429D2-6671-4BE6-AA90-D3A15BFF9CAE}" dt="2022-09-26T15:26:00.110" v="2224" actId="1036"/>
          <ac:spMkLst>
            <pc:docMk/>
            <pc:sldMk cId="1142128848" sldId="256"/>
            <ac:spMk id="59" creationId="{66C8FAB1-D6AC-B44F-A702-83CB7C0742D7}"/>
          </ac:spMkLst>
        </pc:spChg>
        <pc:spChg chg="mod">
          <ac:chgData name="Zoli  Maddalena" userId="ef75f32c-2285-4bf8-888e-0be039881ff4" providerId="ADAL" clId="{A33429D2-6671-4BE6-AA90-D3A15BFF9CAE}" dt="2022-09-26T15:26:47.329" v="2292" actId="1038"/>
          <ac:spMkLst>
            <pc:docMk/>
            <pc:sldMk cId="1142128848" sldId="256"/>
            <ac:spMk id="60" creationId="{AE30A9D9-206C-DA32-A646-07F1330432F1}"/>
          </ac:spMkLst>
        </pc:spChg>
        <pc:spChg chg="add mod">
          <ac:chgData name="Zoli  Maddalena" userId="ef75f32c-2285-4bf8-888e-0be039881ff4" providerId="ADAL" clId="{A33429D2-6671-4BE6-AA90-D3A15BFF9CAE}" dt="2022-09-26T15:26:00.110" v="2224" actId="1036"/>
          <ac:spMkLst>
            <pc:docMk/>
            <pc:sldMk cId="1142128848" sldId="256"/>
            <ac:spMk id="63" creationId="{4E8EA3EC-E201-7446-21CE-4ABDDFE59311}"/>
          </ac:spMkLst>
        </pc:spChg>
        <pc:spChg chg="add mod">
          <ac:chgData name="Zoli  Maddalena" userId="ef75f32c-2285-4bf8-888e-0be039881ff4" providerId="ADAL" clId="{A33429D2-6671-4BE6-AA90-D3A15BFF9CAE}" dt="2022-09-26T15:26:00.110" v="2224" actId="1036"/>
          <ac:spMkLst>
            <pc:docMk/>
            <pc:sldMk cId="1142128848" sldId="256"/>
            <ac:spMk id="64" creationId="{04641A41-8463-36D5-3A43-F2EDC52F7ED7}"/>
          </ac:spMkLst>
        </pc:spChg>
        <pc:spChg chg="add mod">
          <ac:chgData name="Zoli  Maddalena" userId="ef75f32c-2285-4bf8-888e-0be039881ff4" providerId="ADAL" clId="{A33429D2-6671-4BE6-AA90-D3A15BFF9CAE}" dt="2022-09-26T15:26:00.110" v="2224" actId="1036"/>
          <ac:spMkLst>
            <pc:docMk/>
            <pc:sldMk cId="1142128848" sldId="256"/>
            <ac:spMk id="65" creationId="{9248739B-970B-0451-B37A-416DA92BE742}"/>
          </ac:spMkLst>
        </pc:spChg>
        <pc:spChg chg="add mod">
          <ac:chgData name="Zoli  Maddalena" userId="ef75f32c-2285-4bf8-888e-0be039881ff4" providerId="ADAL" clId="{A33429D2-6671-4BE6-AA90-D3A15BFF9CAE}" dt="2022-09-26T15:31:50.913" v="2366" actId="1038"/>
          <ac:spMkLst>
            <pc:docMk/>
            <pc:sldMk cId="1142128848" sldId="256"/>
            <ac:spMk id="66" creationId="{D6BE619D-F095-3F9C-5B97-F6BC2D92804F}"/>
          </ac:spMkLst>
        </pc:spChg>
        <pc:spChg chg="add mod">
          <ac:chgData name="Zoli  Maddalena" userId="ef75f32c-2285-4bf8-888e-0be039881ff4" providerId="ADAL" clId="{A33429D2-6671-4BE6-AA90-D3A15BFF9CAE}" dt="2022-09-26T15:37:17.591" v="2491" actId="1076"/>
          <ac:spMkLst>
            <pc:docMk/>
            <pc:sldMk cId="1142128848" sldId="256"/>
            <ac:spMk id="67" creationId="{14842DC6-3401-B1EE-9E2E-6887DF879F5B}"/>
          </ac:spMkLst>
        </pc:spChg>
        <pc:spChg chg="add mod">
          <ac:chgData name="Zoli  Maddalena" userId="ef75f32c-2285-4bf8-888e-0be039881ff4" providerId="ADAL" clId="{A33429D2-6671-4BE6-AA90-D3A15BFF9CAE}" dt="2022-09-26T15:34:27.997" v="2442" actId="1036"/>
          <ac:spMkLst>
            <pc:docMk/>
            <pc:sldMk cId="1142128848" sldId="256"/>
            <ac:spMk id="68" creationId="{31FDF114-6ABB-67F4-66A9-0EB85AA89038}"/>
          </ac:spMkLst>
        </pc:spChg>
        <pc:spChg chg="add mod">
          <ac:chgData name="Zoli  Maddalena" userId="ef75f32c-2285-4bf8-888e-0be039881ff4" providerId="ADAL" clId="{A33429D2-6671-4BE6-AA90-D3A15BFF9CAE}" dt="2022-09-26T15:34:27.997" v="2442" actId="1036"/>
          <ac:spMkLst>
            <pc:docMk/>
            <pc:sldMk cId="1142128848" sldId="256"/>
            <ac:spMk id="69" creationId="{EA9E7826-C57B-2499-CBFC-D02EA761860E}"/>
          </ac:spMkLst>
        </pc:spChg>
        <pc:spChg chg="add mod">
          <ac:chgData name="Zoli  Maddalena" userId="ef75f32c-2285-4bf8-888e-0be039881ff4" providerId="ADAL" clId="{A33429D2-6671-4BE6-AA90-D3A15BFF9CAE}" dt="2022-09-26T15:34:27.997" v="2442" actId="1036"/>
          <ac:spMkLst>
            <pc:docMk/>
            <pc:sldMk cId="1142128848" sldId="256"/>
            <ac:spMk id="70" creationId="{49B20DA8-EC4F-EB42-ABCE-B3391A9B5E75}"/>
          </ac:spMkLst>
        </pc:spChg>
        <pc:spChg chg="add mod">
          <ac:chgData name="Zoli  Maddalena" userId="ef75f32c-2285-4bf8-888e-0be039881ff4" providerId="ADAL" clId="{A33429D2-6671-4BE6-AA90-D3A15BFF9CAE}" dt="2022-09-26T15:34:27.997" v="2442" actId="1036"/>
          <ac:spMkLst>
            <pc:docMk/>
            <pc:sldMk cId="1142128848" sldId="256"/>
            <ac:spMk id="71" creationId="{81340731-1C73-E53B-4280-90CC0C12C36D}"/>
          </ac:spMkLst>
        </pc:spChg>
        <pc:spChg chg="add del mod">
          <ac:chgData name="Zoli  Maddalena" userId="ef75f32c-2285-4bf8-888e-0be039881ff4" providerId="ADAL" clId="{A33429D2-6671-4BE6-AA90-D3A15BFF9CAE}" dt="2022-09-26T15:15:53.923" v="1867" actId="478"/>
          <ac:spMkLst>
            <pc:docMk/>
            <pc:sldMk cId="1142128848" sldId="256"/>
            <ac:spMk id="72" creationId="{B4706BBC-73E9-20DE-087E-93FEB40F2F28}"/>
          </ac:spMkLst>
        </pc:spChg>
        <pc:spChg chg="add del mod">
          <ac:chgData name="Zoli  Maddalena" userId="ef75f32c-2285-4bf8-888e-0be039881ff4" providerId="ADAL" clId="{A33429D2-6671-4BE6-AA90-D3A15BFF9CAE}" dt="2022-09-26T10:31:55.344" v="558" actId="478"/>
          <ac:spMkLst>
            <pc:docMk/>
            <pc:sldMk cId="1142128848" sldId="256"/>
            <ac:spMk id="73" creationId="{EDAA16A3-0C28-04F0-5D9F-00640FB86DF1}"/>
          </ac:spMkLst>
        </pc:spChg>
        <pc:spChg chg="add mod">
          <ac:chgData name="Zoli  Maddalena" userId="ef75f32c-2285-4bf8-888e-0be039881ff4" providerId="ADAL" clId="{A33429D2-6671-4BE6-AA90-D3A15BFF9CAE}" dt="2022-09-26T10:47:02.357" v="1439" actId="1035"/>
          <ac:spMkLst>
            <pc:docMk/>
            <pc:sldMk cId="1142128848" sldId="256"/>
            <ac:spMk id="74" creationId="{BFF5C6D7-BC5B-055D-9FB4-A3DE930AC11D}"/>
          </ac:spMkLst>
        </pc:spChg>
        <pc:spChg chg="add mod">
          <ac:chgData name="Zoli  Maddalena" userId="ef75f32c-2285-4bf8-888e-0be039881ff4" providerId="ADAL" clId="{A33429D2-6671-4BE6-AA90-D3A15BFF9CAE}" dt="2022-09-26T10:47:02.357" v="1439" actId="1035"/>
          <ac:spMkLst>
            <pc:docMk/>
            <pc:sldMk cId="1142128848" sldId="256"/>
            <ac:spMk id="75" creationId="{5578573A-45E8-C6C7-079F-3175C82A9747}"/>
          </ac:spMkLst>
        </pc:spChg>
        <pc:spChg chg="add mod">
          <ac:chgData name="Zoli  Maddalena" userId="ef75f32c-2285-4bf8-888e-0be039881ff4" providerId="ADAL" clId="{A33429D2-6671-4BE6-AA90-D3A15BFF9CAE}" dt="2022-09-26T10:47:02.357" v="1439" actId="1035"/>
          <ac:spMkLst>
            <pc:docMk/>
            <pc:sldMk cId="1142128848" sldId="256"/>
            <ac:spMk id="76" creationId="{75EBAE1C-B1A7-D2F0-7D16-3B58C1CA5C15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79" creationId="{6BE2292B-7C91-C156-1032-A76F3F411C96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80" creationId="{5F775C4A-0709-5734-1CD5-962585F2723D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81" creationId="{8A7618DF-9860-DDB9-2C17-EBD560352EC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82" creationId="{D3CAA297-731A-309A-3743-3A9D962BCF2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83" creationId="{51001AB2-BCD5-8FC6-C6E9-63B6C028E10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84" creationId="{2251F0E0-1339-271D-1243-A5599B11A9B4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86" creationId="{45641D30-328A-A6A6-C8FE-F0BB036B8C47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87" creationId="{7DA8376D-05F5-D95E-E66E-9E1D92A2F50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90" creationId="{8ED5E11B-A2B2-0425-C014-DB260B71B9F2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92" creationId="{95BB2CB5-FED9-91AB-2A41-70F602F06468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96" creationId="{04F9CB1D-7832-7ED2-3A1F-8C91F0D8F4C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97" creationId="{C719922A-F14B-27E0-06D6-89D9D3591E69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98" creationId="{CE66DD64-E7B3-69D9-7648-104DE68AE142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99" creationId="{31F87AF6-4F62-CF2C-159A-AD78A3F71E31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0" creationId="{2ED5530C-EF4C-4D96-A61A-5895779A2747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1" creationId="{63F2419B-114C-B95B-6F1C-D9D2CF61BE4D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2" creationId="{A636C216-AD59-75E9-679C-6C236187424B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3" creationId="{E370886C-6870-7CB9-07B9-85C23AD32C76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4" creationId="{8577C705-A84A-7D43-C5EF-F8C8BF18CE8F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5" creationId="{91A071C7-773A-328A-AE3F-674E44C752F7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6" creationId="{9A3285CC-1FFC-04A5-72AA-67BBF3809D87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7" creationId="{67B30D0B-177F-00DC-3A33-F5547A37FAA3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8" creationId="{F39C0867-191F-72A6-5539-AD32FCD2A4B3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09" creationId="{01EA1837-4A21-5270-EA74-D0D9682E3AD1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0" creationId="{2CB51DD9-6968-EDE0-771E-6BC899CA13C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1" creationId="{1BEE47EE-2674-EDED-F28B-5041E8CDB866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2" creationId="{6F762DB9-57B4-94DF-5E9D-C94D4C2A9723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3" creationId="{9A523123-1B43-FCC1-FE9A-0C0D6DAF8206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4" creationId="{6B17AFE1-260A-E72D-A7D1-A5C46C45C3CD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5" creationId="{C9324494-B024-4F29-3542-1757057249C9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6" creationId="{636978EB-A343-7B13-EFBD-632996BA8E58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7" creationId="{D529A496-360C-3D75-EA09-8A0E9C9E3496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8" creationId="{81243AB8-A48F-41B5-7DE2-33BA1A43AFAD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19" creationId="{FAFED74C-1BD3-7B9F-18AD-A65EB0C1A834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0" creationId="{A29323EC-9AC3-B21C-8692-EE28A19DB3B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1" creationId="{9BE65BFD-1B00-3E37-B59B-C6AFA626E138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2" creationId="{CB28AD6D-0753-DB6D-4DC0-970BEE67318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3" creationId="{FDFCEEB5-42C6-B090-E5AA-79B5624518FB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4" creationId="{EF300435-532C-B92E-5B98-61F1E1A93FB5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5" creationId="{0E4E035F-95A7-E876-3E70-257C3F80D515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6" creationId="{9A491F5F-9E6E-8CDD-DB56-891FB6C87C1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29" creationId="{C0834637-F2A9-719D-4184-B43ED96BA86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0" creationId="{1C6235F0-D585-2186-B9A9-CA8C771830B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1" creationId="{2F56D753-F609-0472-935F-2DE3E176E501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2" creationId="{8FF47620-8348-F58F-643A-ADFB9A5F7DE6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3" creationId="{4A4EE9FA-045C-833D-74B9-1B8C9B03A3F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4" creationId="{B61F13D9-69A1-29CD-4D5A-11736084F644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5" creationId="{9AF12DF0-53D2-078D-D9F3-2C9684569F7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6" creationId="{F90F88CC-47EA-6FAA-ED87-F71753F877FB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7" creationId="{07B12ACA-D010-1CD1-5759-F0DBD16A7E2F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8" creationId="{EF39C5E5-073D-B65B-20B6-0CEB7203FD1B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39" creationId="{AF4E32B8-3DDD-DE18-ADD1-451487E08633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0" creationId="{AFC56A45-76DB-4A22-D3FB-2A2859661769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1" creationId="{DD2DEE57-CFA6-2C43-9F40-C17B7792E183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2" creationId="{32473A40-8849-6002-7560-14BA9E23A428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3" creationId="{B595915C-C895-C4B0-3F64-26F5C4521759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4" creationId="{DB6377C3-25E6-28A8-A16F-6D300F9556B8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5" creationId="{5A303D65-4763-A936-B8E8-22F1C0F6A8B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6" creationId="{1D87E76D-649C-B8C3-8920-7268DA769E0C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7" creationId="{392CCB61-2E9D-633C-B404-EC59F532EE1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8" creationId="{E1018BEB-8544-4536-C19C-BA6241D15D39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49" creationId="{DA21EED4-C6DF-B565-F30F-98E6930E820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0" creationId="{0265625E-4055-0EED-5AB1-13A8DFF5CB99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1" creationId="{A1EC3845-CC05-D6AA-8B41-583E90308D2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2" creationId="{F5C1B01B-2758-FD7F-84B7-A378F7E5D61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3" creationId="{F2CB7E73-2634-17B0-92E9-85549285EC96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4" creationId="{E6787398-3DEC-8CB7-CADD-2CE04D3E8640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5" creationId="{7FA829F1-C453-5228-5918-2A37D13C739E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6" creationId="{88C358F3-F226-4316-E55C-90338B60F3BA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7" creationId="{8E2D55D7-2E7A-C187-6221-0BF970935F81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8" creationId="{C3B1B811-0F37-4B58-887E-BF1A3E66BE4D}"/>
          </ac:spMkLst>
        </pc:spChg>
        <pc:spChg chg="mod">
          <ac:chgData name="Zoli  Maddalena" userId="ef75f32c-2285-4bf8-888e-0be039881ff4" providerId="ADAL" clId="{A33429D2-6671-4BE6-AA90-D3A15BFF9CAE}" dt="2022-09-26T09:53:44.882" v="0"/>
          <ac:spMkLst>
            <pc:docMk/>
            <pc:sldMk cId="1142128848" sldId="256"/>
            <ac:spMk id="159" creationId="{13548E34-526E-8DF2-01AD-9BC3CA6ECEC1}"/>
          </ac:spMkLst>
        </pc:spChg>
        <pc:spChg chg="add mod">
          <ac:chgData name="Zoli  Maddalena" userId="ef75f32c-2285-4bf8-888e-0be039881ff4" providerId="ADAL" clId="{A33429D2-6671-4BE6-AA90-D3A15BFF9CAE}" dt="2022-09-26T10:47:02.357" v="1439" actId="1035"/>
          <ac:spMkLst>
            <pc:docMk/>
            <pc:sldMk cId="1142128848" sldId="256"/>
            <ac:spMk id="160" creationId="{9A59F3AA-4B0B-013D-573F-374447D989BB}"/>
          </ac:spMkLst>
        </pc:spChg>
        <pc:spChg chg="add mod">
          <ac:chgData name="Zoli  Maddalena" userId="ef75f32c-2285-4bf8-888e-0be039881ff4" providerId="ADAL" clId="{A33429D2-6671-4BE6-AA90-D3A15BFF9CAE}" dt="2022-09-26T10:47:02.357" v="1439" actId="1035"/>
          <ac:spMkLst>
            <pc:docMk/>
            <pc:sldMk cId="1142128848" sldId="256"/>
            <ac:spMk id="163" creationId="{FCF682AF-4ACF-8F31-1D0C-7E4BF822EB69}"/>
          </ac:spMkLst>
        </pc:spChg>
        <pc:spChg chg="add mod">
          <ac:chgData name="Zoli  Maddalena" userId="ef75f32c-2285-4bf8-888e-0be039881ff4" providerId="ADAL" clId="{A33429D2-6671-4BE6-AA90-D3A15BFF9CAE}" dt="2022-09-26T14:03:32.001" v="1801"/>
          <ac:spMkLst>
            <pc:docMk/>
            <pc:sldMk cId="1142128848" sldId="256"/>
            <ac:spMk id="169" creationId="{63A7542B-241A-F4A1-8DAE-8B43832134E0}"/>
          </ac:spMkLst>
        </pc:spChg>
        <pc:spChg chg="add del mod">
          <ac:chgData name="Zoli  Maddalena" userId="ef75f32c-2285-4bf8-888e-0be039881ff4" providerId="ADAL" clId="{A33429D2-6671-4BE6-AA90-D3A15BFF9CAE}" dt="2022-09-26T10:10:37.247" v="157" actId="478"/>
          <ac:spMkLst>
            <pc:docMk/>
            <pc:sldMk cId="1142128848" sldId="256"/>
            <ac:spMk id="174" creationId="{AD146B8B-E6B0-67AF-4B5C-24A3B0FE2816}"/>
          </ac:spMkLst>
        </pc:spChg>
        <pc:spChg chg="add mod">
          <ac:chgData name="Zoli  Maddalena" userId="ef75f32c-2285-4bf8-888e-0be039881ff4" providerId="ADAL" clId="{A33429D2-6671-4BE6-AA90-D3A15BFF9CAE}" dt="2022-09-26T10:02:06.455" v="127" actId="20577"/>
          <ac:spMkLst>
            <pc:docMk/>
            <pc:sldMk cId="1142128848" sldId="256"/>
            <ac:spMk id="175" creationId="{3C48EB8D-32CF-353E-547D-8EC1C19B14CF}"/>
          </ac:spMkLst>
        </pc:spChg>
        <pc:spChg chg="add mod">
          <ac:chgData name="Zoli  Maddalena" userId="ef75f32c-2285-4bf8-888e-0be039881ff4" providerId="ADAL" clId="{A33429D2-6671-4BE6-AA90-D3A15BFF9CAE}" dt="2022-09-26T15:26:10.618" v="2240" actId="1036"/>
          <ac:spMkLst>
            <pc:docMk/>
            <pc:sldMk cId="1142128848" sldId="256"/>
            <ac:spMk id="176" creationId="{A330BD26-F656-5D54-F2EF-4E23C8FD62B4}"/>
          </ac:spMkLst>
        </pc:spChg>
        <pc:spChg chg="add mod">
          <ac:chgData name="Zoli  Maddalena" userId="ef75f32c-2285-4bf8-888e-0be039881ff4" providerId="ADAL" clId="{A33429D2-6671-4BE6-AA90-D3A15BFF9CAE}" dt="2022-09-26T15:26:10.618" v="2240" actId="1036"/>
          <ac:spMkLst>
            <pc:docMk/>
            <pc:sldMk cId="1142128848" sldId="256"/>
            <ac:spMk id="178" creationId="{318ABFD0-BDD4-C074-15CA-85990740FD7F}"/>
          </ac:spMkLst>
        </pc:spChg>
        <pc:spChg chg="add mod">
          <ac:chgData name="Zoli  Maddalena" userId="ef75f32c-2285-4bf8-888e-0be039881ff4" providerId="ADAL" clId="{A33429D2-6671-4BE6-AA90-D3A15BFF9CAE}" dt="2022-09-26T15:31:50.913" v="2366" actId="1038"/>
          <ac:spMkLst>
            <pc:docMk/>
            <pc:sldMk cId="1142128848" sldId="256"/>
            <ac:spMk id="179" creationId="{391D8DCE-ED9C-AC00-9BA4-59A0F4881F66}"/>
          </ac:spMkLst>
        </pc:spChg>
        <pc:spChg chg="add mod">
          <ac:chgData name="Zoli  Maddalena" userId="ef75f32c-2285-4bf8-888e-0be039881ff4" providerId="ADAL" clId="{A33429D2-6671-4BE6-AA90-D3A15BFF9CAE}" dt="2022-09-26T10:47:02.357" v="1439" actId="1035"/>
          <ac:spMkLst>
            <pc:docMk/>
            <pc:sldMk cId="1142128848" sldId="256"/>
            <ac:spMk id="182" creationId="{818756E3-989E-BFCF-47B2-4DE1D4D9A822}"/>
          </ac:spMkLst>
        </pc:spChg>
        <pc:spChg chg="add mod">
          <ac:chgData name="Zoli  Maddalena" userId="ef75f32c-2285-4bf8-888e-0be039881ff4" providerId="ADAL" clId="{A33429D2-6671-4BE6-AA90-D3A15BFF9CAE}" dt="2022-09-26T15:31:50.913" v="2366" actId="1038"/>
          <ac:spMkLst>
            <pc:docMk/>
            <pc:sldMk cId="1142128848" sldId="256"/>
            <ac:spMk id="1029" creationId="{ECE195AB-1379-2685-3AA9-853556EB8E39}"/>
          </ac:spMkLst>
        </pc:spChg>
        <pc:grpChg chg="add mod">
          <ac:chgData name="Zoli  Maddalena" userId="ef75f32c-2285-4bf8-888e-0be039881ff4" providerId="ADAL" clId="{A33429D2-6671-4BE6-AA90-D3A15BFF9CAE}" dt="2022-09-26T15:26:00.110" v="2224" actId="1036"/>
          <ac:grpSpMkLst>
            <pc:docMk/>
            <pc:sldMk cId="1142128848" sldId="256"/>
            <ac:grpSpMk id="22" creationId="{8193EF17-C762-332C-FC29-F74CE6CFE4B3}"/>
          </ac:grpSpMkLst>
        </pc:grpChg>
        <pc:grpChg chg="add mod">
          <ac:chgData name="Zoli  Maddalena" userId="ef75f32c-2285-4bf8-888e-0be039881ff4" providerId="ADAL" clId="{A33429D2-6671-4BE6-AA90-D3A15BFF9CAE}" dt="2022-09-26T10:47:02.357" v="1439" actId="1035"/>
          <ac:grpSpMkLst>
            <pc:docMk/>
            <pc:sldMk cId="1142128848" sldId="256"/>
            <ac:grpSpMk id="77" creationId="{C19F6B20-81B0-7D70-B524-3E351001BC78}"/>
          </ac:grpSpMkLst>
        </pc:grpChg>
        <pc:grpChg chg="mod">
          <ac:chgData name="Zoli  Maddalena" userId="ef75f32c-2285-4bf8-888e-0be039881ff4" providerId="ADAL" clId="{A33429D2-6671-4BE6-AA90-D3A15BFF9CAE}" dt="2022-09-26T09:53:44.882" v="0"/>
          <ac:grpSpMkLst>
            <pc:docMk/>
            <pc:sldMk cId="1142128848" sldId="256"/>
            <ac:grpSpMk id="78" creationId="{522CF88B-79D4-AB42-5C4B-26147AED5313}"/>
          </ac:grpSpMkLst>
        </pc:grpChg>
        <pc:grpChg chg="add mod">
          <ac:chgData name="Zoli  Maddalena" userId="ef75f32c-2285-4bf8-888e-0be039881ff4" providerId="ADAL" clId="{A33429D2-6671-4BE6-AA90-D3A15BFF9CAE}" dt="2022-09-26T10:47:02.357" v="1439" actId="1035"/>
          <ac:grpSpMkLst>
            <pc:docMk/>
            <pc:sldMk cId="1142128848" sldId="256"/>
            <ac:grpSpMk id="94" creationId="{4CF193D7-D44B-0A0B-BC33-75DA9862096F}"/>
          </ac:grpSpMkLst>
        </pc:grpChg>
        <pc:grpChg chg="add mod">
          <ac:chgData name="Zoli  Maddalena" userId="ef75f32c-2285-4bf8-888e-0be039881ff4" providerId="ADAL" clId="{A33429D2-6671-4BE6-AA90-D3A15BFF9CAE}" dt="2022-09-26T10:47:02.357" v="1439" actId="1035"/>
          <ac:grpSpMkLst>
            <pc:docMk/>
            <pc:sldMk cId="1142128848" sldId="256"/>
            <ac:grpSpMk id="127" creationId="{1FF90AE8-442B-8D7B-8C5D-E45917E46887}"/>
          </ac:grpSpMkLst>
        </pc:grpChg>
        <pc:grpChg chg="add mod">
          <ac:chgData name="Zoli  Maddalena" userId="ef75f32c-2285-4bf8-888e-0be039881ff4" providerId="ADAL" clId="{A33429D2-6671-4BE6-AA90-D3A15BFF9CAE}" dt="2022-09-26T10:47:02.357" v="1439" actId="1035"/>
          <ac:grpSpMkLst>
            <pc:docMk/>
            <pc:sldMk cId="1142128848" sldId="256"/>
            <ac:grpSpMk id="164" creationId="{D9D14CCB-B418-4E80-2705-C1B91E61DBD8}"/>
          </ac:grpSpMkLst>
        </pc:grpChg>
        <pc:graphicFrameChg chg="add del mod">
          <ac:chgData name="Zoli  Maddalena" userId="ef75f32c-2285-4bf8-888e-0be039881ff4" providerId="ADAL" clId="{A33429D2-6671-4BE6-AA90-D3A15BFF9CAE}" dt="2022-09-26T13:29:32.877" v="1768" actId="478"/>
          <ac:graphicFrameMkLst>
            <pc:docMk/>
            <pc:sldMk cId="1142128848" sldId="256"/>
            <ac:graphicFrameMk id="10" creationId="{700D0B2C-D007-3403-C446-C15F55EA75B3}"/>
          </ac:graphicFrameMkLst>
        </pc:graphicFrameChg>
        <pc:graphicFrameChg chg="add mod">
          <ac:chgData name="Zoli  Maddalena" userId="ef75f32c-2285-4bf8-888e-0be039881ff4" providerId="ADAL" clId="{A33429D2-6671-4BE6-AA90-D3A15BFF9CAE}" dt="2022-09-26T10:37:04.711" v="875" actId="1036"/>
          <ac:graphicFrameMkLst>
            <pc:docMk/>
            <pc:sldMk cId="1142128848" sldId="256"/>
            <ac:graphicFrameMk id="11" creationId="{1000B2D8-72CB-92EB-1733-50DD06F76A53}"/>
          </ac:graphicFrameMkLst>
        </pc:graphicFrameChg>
        <pc:graphicFrameChg chg="add mod modGraphic">
          <ac:chgData name="Zoli  Maddalena" userId="ef75f32c-2285-4bf8-888e-0be039881ff4" providerId="ADAL" clId="{A33429D2-6671-4BE6-AA90-D3A15BFF9CAE}" dt="2022-09-26T15:37:41.726" v="2514" actId="1036"/>
          <ac:graphicFrameMkLst>
            <pc:docMk/>
            <pc:sldMk cId="1142128848" sldId="256"/>
            <ac:graphicFrameMk id="15" creationId="{D841FE7C-172C-369D-51EC-40DCCC94AA93}"/>
          </ac:graphicFrameMkLst>
        </pc:graphicFrameChg>
        <pc:graphicFrameChg chg="add del mod modGraphic">
          <ac:chgData name="Zoli  Maddalena" userId="ef75f32c-2285-4bf8-888e-0be039881ff4" providerId="ADAL" clId="{A33429D2-6671-4BE6-AA90-D3A15BFF9CAE}" dt="2022-09-26T10:33:00.178" v="563" actId="478"/>
          <ac:graphicFrameMkLst>
            <pc:docMk/>
            <pc:sldMk cId="1142128848" sldId="256"/>
            <ac:graphicFrameMk id="16" creationId="{44B430DD-D5CF-A77C-5EB2-07784CD65738}"/>
          </ac:graphicFrameMkLst>
        </pc:graphicFrameChg>
        <pc:graphicFrameChg chg="add mod">
          <ac:chgData name="Zoli  Maddalena" userId="ef75f32c-2285-4bf8-888e-0be039881ff4" providerId="ADAL" clId="{A33429D2-6671-4BE6-AA90-D3A15BFF9CAE}" dt="2022-09-26T10:42:10.916" v="1238" actId="1076"/>
          <ac:graphicFrameMkLst>
            <pc:docMk/>
            <pc:sldMk cId="1142128848" sldId="256"/>
            <ac:graphicFrameMk id="18" creationId="{A33CB84D-19E1-4FAD-D0EE-B38154B69EC4}"/>
          </ac:graphicFrameMkLst>
        </pc:graphicFrameChg>
        <pc:graphicFrameChg chg="add mod modGraphic">
          <ac:chgData name="Zoli  Maddalena" userId="ef75f32c-2285-4bf8-888e-0be039881ff4" providerId="ADAL" clId="{A33429D2-6671-4BE6-AA90-D3A15BFF9CAE}" dt="2022-09-26T15:26:10.618" v="2240" actId="1036"/>
          <ac:graphicFrameMkLst>
            <pc:docMk/>
            <pc:sldMk cId="1142128848" sldId="256"/>
            <ac:graphicFrameMk id="173" creationId="{59A3FD94-D714-B8D0-7948-75EC998FACEC}"/>
          </ac:graphicFrameMkLst>
        </pc:graphicFrameChg>
        <pc:graphicFrameChg chg="add mod">
          <ac:chgData name="Zoli  Maddalena" userId="ef75f32c-2285-4bf8-888e-0be039881ff4" providerId="ADAL" clId="{A33429D2-6671-4BE6-AA90-D3A15BFF9CAE}" dt="2022-09-26T13:29:19.851" v="1767" actId="1036"/>
          <ac:graphicFrameMkLst>
            <pc:docMk/>
            <pc:sldMk cId="1142128848" sldId="256"/>
            <ac:graphicFrameMk id="177" creationId="{E34DBCF8-9904-10A9-F809-ACA1DB2DC801}"/>
          </ac:graphicFrameMkLst>
        </pc:graphicFrameChg>
        <pc:graphicFrameChg chg="add mod">
          <ac:chgData name="Zoli  Maddalena" userId="ef75f32c-2285-4bf8-888e-0be039881ff4" providerId="ADAL" clId="{A33429D2-6671-4BE6-AA90-D3A15BFF9CAE}" dt="2022-09-26T10:47:02.357" v="1439" actId="1035"/>
          <ac:graphicFrameMkLst>
            <pc:docMk/>
            <pc:sldMk cId="1142128848" sldId="256"/>
            <ac:graphicFrameMk id="181" creationId="{282F39C9-50B4-4BAE-0F62-A811756945A0}"/>
          </ac:graphicFrameMkLst>
        </pc:graphicFrameChg>
        <pc:picChg chg="add mod">
          <ac:chgData name="Zoli  Maddalena" userId="ef75f32c-2285-4bf8-888e-0be039881ff4" providerId="ADAL" clId="{A33429D2-6671-4BE6-AA90-D3A15BFF9CAE}" dt="2022-09-26T15:37:41.726" v="2514" actId="1036"/>
          <ac:picMkLst>
            <pc:docMk/>
            <pc:sldMk cId="1142128848" sldId="256"/>
            <ac:picMk id="4" creationId="{0AB198CC-B4D7-E41A-887B-7A2AFB5A1A9A}"/>
          </ac:picMkLst>
        </pc:picChg>
        <pc:picChg chg="add mod">
          <ac:chgData name="Zoli  Maddalena" userId="ef75f32c-2285-4bf8-888e-0be039881ff4" providerId="ADAL" clId="{A33429D2-6671-4BE6-AA90-D3A15BFF9CAE}" dt="2022-09-26T10:51:13.742" v="1650" actId="1076"/>
          <ac:picMkLst>
            <pc:docMk/>
            <pc:sldMk cId="1142128848" sldId="256"/>
            <ac:picMk id="8" creationId="{3D603808-3343-3801-C2D1-13F83C895543}"/>
          </ac:picMkLst>
        </pc:picChg>
        <pc:picChg chg="add mod">
          <ac:chgData name="Zoli  Maddalena" userId="ef75f32c-2285-4bf8-888e-0be039881ff4" providerId="ADAL" clId="{A33429D2-6671-4BE6-AA90-D3A15BFF9CAE}" dt="2022-09-26T10:51:25.569" v="1652" actId="1076"/>
          <ac:picMkLst>
            <pc:docMk/>
            <pc:sldMk cId="1142128848" sldId="256"/>
            <ac:picMk id="9" creationId="{CF0F4284-C2DB-2681-53E9-A17EE6532482}"/>
          </ac:picMkLst>
        </pc:picChg>
        <pc:picChg chg="add mod">
          <ac:chgData name="Zoli  Maddalena" userId="ef75f32c-2285-4bf8-888e-0be039881ff4" providerId="ADAL" clId="{A33429D2-6671-4BE6-AA90-D3A15BFF9CAE}" dt="2022-09-26T10:51:11.052" v="1649" actId="14100"/>
          <ac:picMkLst>
            <pc:docMk/>
            <pc:sldMk cId="1142128848" sldId="256"/>
            <ac:picMk id="13" creationId="{75FFDFFB-5232-5957-A1A5-F9CF1952667B}"/>
          </ac:picMkLst>
        </pc:picChg>
        <pc:picChg chg="add mod">
          <ac:chgData name="Zoli  Maddalena" userId="ef75f32c-2285-4bf8-888e-0be039881ff4" providerId="ADAL" clId="{A33429D2-6671-4BE6-AA90-D3A15BFF9CAE}" dt="2022-09-26T15:26:10.618" v="2240" actId="1036"/>
          <ac:picMkLst>
            <pc:docMk/>
            <pc:sldMk cId="1142128848" sldId="256"/>
            <ac:picMk id="19" creationId="{47DE9728-6DED-6B6E-479B-26A2D1B92955}"/>
          </ac:picMkLst>
        </pc:picChg>
        <pc:picChg chg="add mod">
          <ac:chgData name="Zoli  Maddalena" userId="ef75f32c-2285-4bf8-888e-0be039881ff4" providerId="ADAL" clId="{A33429D2-6671-4BE6-AA90-D3A15BFF9CAE}" dt="2022-09-26T15:26:10.618" v="2240" actId="1036"/>
          <ac:picMkLst>
            <pc:docMk/>
            <pc:sldMk cId="1142128848" sldId="256"/>
            <ac:picMk id="20" creationId="{64943F20-A005-76B7-8DF5-DA024B6DEF57}"/>
          </ac:picMkLst>
        </pc:picChg>
        <pc:picChg chg="mod">
          <ac:chgData name="Zoli  Maddalena" userId="ef75f32c-2285-4bf8-888e-0be039881ff4" providerId="ADAL" clId="{A33429D2-6671-4BE6-AA90-D3A15BFF9CAE}" dt="2022-09-26T09:53:44.882" v="0"/>
          <ac:picMkLst>
            <pc:docMk/>
            <pc:sldMk cId="1142128848" sldId="256"/>
            <ac:picMk id="23" creationId="{D1A62B65-6AA0-3CF8-FA4F-1F99DA18CAD1}"/>
          </ac:picMkLst>
        </pc:picChg>
        <pc:picChg chg="add mod">
          <ac:chgData name="Zoli  Maddalena" userId="ef75f32c-2285-4bf8-888e-0be039881ff4" providerId="ADAL" clId="{A33429D2-6671-4BE6-AA90-D3A15BFF9CAE}" dt="2022-09-26T15:26:10.618" v="2240" actId="1036"/>
          <ac:picMkLst>
            <pc:docMk/>
            <pc:sldMk cId="1142128848" sldId="256"/>
            <ac:picMk id="51" creationId="{BFCB1E28-06FB-48E9-C5EC-1EB0F769C7D4}"/>
          </ac:picMkLst>
        </pc:picChg>
        <pc:picChg chg="add mod">
          <ac:chgData name="Zoli  Maddalena" userId="ef75f32c-2285-4bf8-888e-0be039881ff4" providerId="ADAL" clId="{A33429D2-6671-4BE6-AA90-D3A15BFF9CAE}" dt="2022-09-26T15:34:10.670" v="2411" actId="1076"/>
          <ac:picMkLst>
            <pc:docMk/>
            <pc:sldMk cId="1142128848" sldId="256"/>
            <ac:picMk id="52" creationId="{A0DFE5D2-D7FE-9071-D372-DC625428460F}"/>
          </ac:picMkLst>
        </pc:picChg>
        <pc:picChg chg="add mod">
          <ac:chgData name="Zoli  Maddalena" userId="ef75f32c-2285-4bf8-888e-0be039881ff4" providerId="ADAL" clId="{A33429D2-6671-4BE6-AA90-D3A15BFF9CAE}" dt="2022-09-26T15:26:10.618" v="2240" actId="1036"/>
          <ac:picMkLst>
            <pc:docMk/>
            <pc:sldMk cId="1142128848" sldId="256"/>
            <ac:picMk id="54" creationId="{2BEF73F3-C348-8632-E7F8-006DD6CB30B3}"/>
          </ac:picMkLst>
        </pc:picChg>
        <pc:picChg chg="add mod">
          <ac:chgData name="Zoli  Maddalena" userId="ef75f32c-2285-4bf8-888e-0be039881ff4" providerId="ADAL" clId="{A33429D2-6671-4BE6-AA90-D3A15BFF9CAE}" dt="2022-09-26T15:34:27.997" v="2442" actId="1036"/>
          <ac:picMkLst>
            <pc:docMk/>
            <pc:sldMk cId="1142128848" sldId="256"/>
            <ac:picMk id="56" creationId="{052F0DD9-EFEC-1B05-0E36-77FCBB42575C}"/>
          </ac:picMkLst>
        </pc:picChg>
        <pc:picChg chg="add del mod">
          <ac:chgData name="Zoli  Maddalena" userId="ef75f32c-2285-4bf8-888e-0be039881ff4" providerId="ADAL" clId="{A33429D2-6671-4BE6-AA90-D3A15BFF9CAE}" dt="2022-09-26T13:45:51.617" v="1769" actId="478"/>
          <ac:picMkLst>
            <pc:docMk/>
            <pc:sldMk cId="1142128848" sldId="256"/>
            <ac:picMk id="60" creationId="{DBA1C6C8-1066-6107-5FF0-D275578DD615}"/>
          </ac:picMkLst>
        </pc:picChg>
        <pc:picChg chg="add mod">
          <ac:chgData name="Zoli  Maddalena" userId="ef75f32c-2285-4bf8-888e-0be039881ff4" providerId="ADAL" clId="{A33429D2-6671-4BE6-AA90-D3A15BFF9CAE}" dt="2022-09-26T15:26:00.110" v="2224" actId="1036"/>
          <ac:picMkLst>
            <pc:docMk/>
            <pc:sldMk cId="1142128848" sldId="256"/>
            <ac:picMk id="61" creationId="{384409F1-C1AE-17B1-896D-CB27035B2208}"/>
          </ac:picMkLst>
        </pc:picChg>
        <pc:picChg chg="add mod">
          <ac:chgData name="Zoli  Maddalena" userId="ef75f32c-2285-4bf8-888e-0be039881ff4" providerId="ADAL" clId="{A33429D2-6671-4BE6-AA90-D3A15BFF9CAE}" dt="2022-09-26T15:26:00.110" v="2224" actId="1036"/>
          <ac:picMkLst>
            <pc:docMk/>
            <pc:sldMk cId="1142128848" sldId="256"/>
            <ac:picMk id="62" creationId="{A06069BF-2AFF-2274-9DED-D82BAEACCF98}"/>
          </ac:picMkLst>
        </pc:picChg>
        <pc:picChg chg="add del mod">
          <ac:chgData name="Zoli  Maddalena" userId="ef75f32c-2285-4bf8-888e-0be039881ff4" providerId="ADAL" clId="{A33429D2-6671-4BE6-AA90-D3A15BFF9CAE}" dt="2022-09-26T10:26:48.455" v="465" actId="478"/>
          <ac:picMkLst>
            <pc:docMk/>
            <pc:sldMk cId="1142128848" sldId="256"/>
            <ac:picMk id="66" creationId="{286F0620-FE5A-D49C-B8F2-4EDF1B5A61FB}"/>
          </ac:picMkLst>
        </pc:picChg>
        <pc:picChg chg="mod">
          <ac:chgData name="Zoli  Maddalena" userId="ef75f32c-2285-4bf8-888e-0be039881ff4" providerId="ADAL" clId="{A33429D2-6671-4BE6-AA90-D3A15BFF9CAE}" dt="2022-09-26T09:53:44.882" v="0"/>
          <ac:picMkLst>
            <pc:docMk/>
            <pc:sldMk cId="1142128848" sldId="256"/>
            <ac:picMk id="95" creationId="{C433B1FF-FADB-F5D6-FFD3-7E907E5D4654}"/>
          </ac:picMkLst>
        </pc:picChg>
        <pc:picChg chg="mod">
          <ac:chgData name="Zoli  Maddalena" userId="ef75f32c-2285-4bf8-888e-0be039881ff4" providerId="ADAL" clId="{A33429D2-6671-4BE6-AA90-D3A15BFF9CAE}" dt="2022-09-26T09:53:44.882" v="0"/>
          <ac:picMkLst>
            <pc:docMk/>
            <pc:sldMk cId="1142128848" sldId="256"/>
            <ac:picMk id="128" creationId="{8CDEF9C8-A823-A894-A2B9-DD17C55D3423}"/>
          </ac:picMkLst>
        </pc:picChg>
        <pc:picChg chg="add mod">
          <ac:chgData name="Zoli  Maddalena" userId="ef75f32c-2285-4bf8-888e-0be039881ff4" providerId="ADAL" clId="{A33429D2-6671-4BE6-AA90-D3A15BFF9CAE}" dt="2022-09-26T10:47:02.357" v="1439" actId="1035"/>
          <ac:picMkLst>
            <pc:docMk/>
            <pc:sldMk cId="1142128848" sldId="256"/>
            <ac:picMk id="170" creationId="{BAE5B485-2075-24BC-4F40-20BFB0EFBDC5}"/>
          </ac:picMkLst>
        </pc:picChg>
        <pc:picChg chg="add mod">
          <ac:chgData name="Zoli  Maddalena" userId="ef75f32c-2285-4bf8-888e-0be039881ff4" providerId="ADAL" clId="{A33429D2-6671-4BE6-AA90-D3A15BFF9CAE}" dt="2022-09-26T15:33:06.444" v="2409" actId="1076"/>
          <ac:picMkLst>
            <pc:docMk/>
            <pc:sldMk cId="1142128848" sldId="256"/>
            <ac:picMk id="171" creationId="{FAF0EECB-57AF-DABC-FFE6-67EBC2D658C6}"/>
          </ac:picMkLst>
        </pc:picChg>
        <pc:picChg chg="add mod">
          <ac:chgData name="Zoli  Maddalena" userId="ef75f32c-2285-4bf8-888e-0be039881ff4" providerId="ADAL" clId="{A33429D2-6671-4BE6-AA90-D3A15BFF9CAE}" dt="2022-09-26T15:33:12.365" v="2410" actId="1076"/>
          <ac:picMkLst>
            <pc:docMk/>
            <pc:sldMk cId="1142128848" sldId="256"/>
            <ac:picMk id="172" creationId="{8A36767A-83CA-5029-AA67-80034D02EBD5}"/>
          </ac:picMkLst>
        </pc:picChg>
        <pc:picChg chg="add mod modCrop">
          <ac:chgData name="Zoli  Maddalena" userId="ef75f32c-2285-4bf8-888e-0be039881ff4" providerId="ADAL" clId="{A33429D2-6671-4BE6-AA90-D3A15BFF9CAE}" dt="2022-09-26T15:31:50.913" v="2366" actId="1038"/>
          <ac:picMkLst>
            <pc:docMk/>
            <pc:sldMk cId="1142128848" sldId="256"/>
            <ac:picMk id="180" creationId="{F20AB3B9-830B-E3C8-A2C3-97FDEADC6D26}"/>
          </ac:picMkLst>
        </pc:picChg>
        <pc:picChg chg="mod">
          <ac:chgData name="Zoli  Maddalena" userId="ef75f32c-2285-4bf8-888e-0be039881ff4" providerId="ADAL" clId="{A33429D2-6671-4BE6-AA90-D3A15BFF9CAE}" dt="2022-09-26T15:26:47.329" v="2292" actId="1038"/>
          <ac:picMkLst>
            <pc:docMk/>
            <pc:sldMk cId="1142128848" sldId="256"/>
            <ac:picMk id="185" creationId="{BBEDB4B5-6261-B80E-BDDD-C9FFE6AF4F5F}"/>
          </ac:picMkLst>
        </pc:picChg>
        <pc:picChg chg="add mod modCrop">
          <ac:chgData name="Zoli  Maddalena" userId="ef75f32c-2285-4bf8-888e-0be039881ff4" providerId="ADAL" clId="{A33429D2-6671-4BE6-AA90-D3A15BFF9CAE}" dt="2022-09-26T15:31:50.913" v="2366" actId="1038"/>
          <ac:picMkLst>
            <pc:docMk/>
            <pc:sldMk cId="1142128848" sldId="256"/>
            <ac:picMk id="186" creationId="{4629B653-AFE1-36E1-BF9A-00CCA1F962AB}"/>
          </ac:picMkLst>
        </pc:picChg>
        <pc:picChg chg="add del mod modCrop">
          <ac:chgData name="Zoli  Maddalena" userId="ef75f32c-2285-4bf8-888e-0be039881ff4" providerId="ADAL" clId="{A33429D2-6671-4BE6-AA90-D3A15BFF9CAE}" dt="2022-09-26T15:20:39.528" v="1890" actId="478"/>
          <ac:picMkLst>
            <pc:docMk/>
            <pc:sldMk cId="1142128848" sldId="256"/>
            <ac:picMk id="187" creationId="{2ADA11D7-2828-367C-2424-24C34324335B}"/>
          </ac:picMkLst>
        </pc:picChg>
        <pc:picChg chg="mod">
          <ac:chgData name="Zoli  Maddalena" userId="ef75f32c-2285-4bf8-888e-0be039881ff4" providerId="ADAL" clId="{A33429D2-6671-4BE6-AA90-D3A15BFF9CAE}" dt="2022-09-26T15:26:47.329" v="2292" actId="1038"/>
          <ac:picMkLst>
            <pc:docMk/>
            <pc:sldMk cId="1142128848" sldId="256"/>
            <ac:picMk id="189" creationId="{DCA16F41-552C-B517-E273-5020A732677C}"/>
          </ac:picMkLst>
        </pc:picChg>
        <pc:picChg chg="add mod">
          <ac:chgData name="Zoli  Maddalena" userId="ef75f32c-2285-4bf8-888e-0be039881ff4" providerId="ADAL" clId="{A33429D2-6671-4BE6-AA90-D3A15BFF9CAE}" dt="2022-09-26T15:32:50.568" v="2405" actId="1076"/>
          <ac:picMkLst>
            <pc:docMk/>
            <pc:sldMk cId="1142128848" sldId="256"/>
            <ac:picMk id="190" creationId="{E9D0866F-7080-BBBE-272B-868B68FC46E3}"/>
          </ac:picMkLst>
        </pc:picChg>
        <pc:picChg chg="add mod">
          <ac:chgData name="Zoli  Maddalena" userId="ef75f32c-2285-4bf8-888e-0be039881ff4" providerId="ADAL" clId="{A33429D2-6671-4BE6-AA90-D3A15BFF9CAE}" dt="2022-09-26T15:32:53.530" v="2406" actId="1076"/>
          <ac:picMkLst>
            <pc:docMk/>
            <pc:sldMk cId="1142128848" sldId="256"/>
            <ac:picMk id="1025" creationId="{5764FFE0-32E9-1581-998A-0A18FE1BC9D5}"/>
          </ac:picMkLst>
        </pc:picChg>
        <pc:picChg chg="add del mod">
          <ac:chgData name="Zoli  Maddalena" userId="ef75f32c-2285-4bf8-888e-0be039881ff4" providerId="ADAL" clId="{A33429D2-6671-4BE6-AA90-D3A15BFF9CAE}" dt="2022-09-26T15:14:10.109" v="1859"/>
          <ac:picMkLst>
            <pc:docMk/>
            <pc:sldMk cId="1142128848" sldId="256"/>
            <ac:picMk id="1026" creationId="{E8394DE2-AE8A-1F66-97FA-5E29461C7DEA}"/>
          </ac:picMkLst>
        </pc:picChg>
        <pc:picChg chg="add del mod">
          <ac:chgData name="Zoli  Maddalena" userId="ef75f32c-2285-4bf8-888e-0be039881ff4" providerId="ADAL" clId="{A33429D2-6671-4BE6-AA90-D3A15BFF9CAE}" dt="2022-09-26T15:22:39.156" v="1924" actId="478"/>
          <ac:picMkLst>
            <pc:docMk/>
            <pc:sldMk cId="1142128848" sldId="256"/>
            <ac:picMk id="1027" creationId="{382BBD4C-C90B-D24F-FC3B-3FB51F15B8A7}"/>
          </ac:picMkLst>
        </pc:picChg>
        <pc:picChg chg="add mod">
          <ac:chgData name="Zoli  Maddalena" userId="ef75f32c-2285-4bf8-888e-0be039881ff4" providerId="ADAL" clId="{A33429D2-6671-4BE6-AA90-D3A15BFF9CAE}" dt="2022-09-26T15:31:50.913" v="2366" actId="1038"/>
          <ac:picMkLst>
            <pc:docMk/>
            <pc:sldMk cId="1142128848" sldId="256"/>
            <ac:picMk id="1028" creationId="{C11992EA-8EB0-E61B-158E-EEB38095D2A4}"/>
          </ac:picMkLst>
        </pc:picChg>
        <pc:picChg chg="add mod">
          <ac:chgData name="Zoli  Maddalena" userId="ef75f32c-2285-4bf8-888e-0be039881ff4" providerId="ADAL" clId="{A33429D2-6671-4BE6-AA90-D3A15BFF9CAE}" dt="2022-09-26T15:31:50.913" v="2366" actId="1038"/>
          <ac:picMkLst>
            <pc:docMk/>
            <pc:sldMk cId="1142128848" sldId="256"/>
            <ac:picMk id="1030" creationId="{73EACC1E-D07E-7859-3FDE-F784EDF38499}"/>
          </ac:picMkLst>
        </pc:pic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25" creationId="{95132862-57D7-B36D-B346-03BD99503DA1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26" creationId="{84C05C83-46B4-76DD-ECBF-98D769B293E5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27" creationId="{9EDCCF22-5FDE-E9CA-96A0-EB80A872EF00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28" creationId="{70ED9FFE-D7BB-BB22-E507-7739909A11E5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29" creationId="{6EAC10AB-F326-297B-F166-0DCB85EA2F96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30" creationId="{F668C2DF-C81A-BDDD-C3A0-D47ACA270266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31" creationId="{128F7DE2-8F13-D7E0-1513-5EECDB264212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32" creationId="{18968BB0-AAC2-084B-7D28-A1E90400AD27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33" creationId="{7FAFBDDC-EC24-E9F1-5B29-3C338A058C6F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44" creationId="{CB5BC5E6-7EDD-E856-D646-6AD09A4E1A31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47" creationId="{06AED899-2DD3-236B-4631-95AF7ED8EBC1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50" creationId="{DE254352-61FF-153A-E763-B0DE68B397F0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85" creationId="{0738753B-7C23-B506-EC70-D4E8752A275A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88" creationId="{6E3B47D9-8CFF-C366-6F33-4764EBC8BBAF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89" creationId="{B52B5C72-B32C-542B-B449-8771EF4E9DB2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91" creationId="{E1FB8FA7-3F8B-5FD5-C306-9B6247C726DF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93" creationId="{43ABE4B7-5E3A-89D3-BCE5-8F584F96B480}"/>
          </ac:cxnSpMkLst>
        </pc:cxnChg>
        <pc:cxnChg chg="add mod">
          <ac:chgData name="Zoli  Maddalena" userId="ef75f32c-2285-4bf8-888e-0be039881ff4" providerId="ADAL" clId="{A33429D2-6671-4BE6-AA90-D3A15BFF9CAE}" dt="2022-09-26T10:47:02.357" v="1439" actId="1035"/>
          <ac:cxnSpMkLst>
            <pc:docMk/>
            <pc:sldMk cId="1142128848" sldId="256"/>
            <ac:cxnSpMk id="161" creationId="{218DBB92-C468-34BD-3651-33ED8034AFCB}"/>
          </ac:cxnSpMkLst>
        </pc:cxnChg>
        <pc:cxnChg chg="add mod">
          <ac:chgData name="Zoli  Maddalena" userId="ef75f32c-2285-4bf8-888e-0be039881ff4" providerId="ADAL" clId="{A33429D2-6671-4BE6-AA90-D3A15BFF9CAE}" dt="2022-09-26T10:47:02.357" v="1439" actId="1035"/>
          <ac:cxnSpMkLst>
            <pc:docMk/>
            <pc:sldMk cId="1142128848" sldId="256"/>
            <ac:cxnSpMk id="162" creationId="{EE6936A9-9B26-0B8F-5F67-5D783D65DCF6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165" creationId="{C713A40D-A643-7FD6-9705-A9A46E811070}"/>
          </ac:cxnSpMkLst>
        </pc:cxnChg>
        <pc:cxnChg chg="mod">
          <ac:chgData name="Zoli  Maddalena" userId="ef75f32c-2285-4bf8-888e-0be039881ff4" providerId="ADAL" clId="{A33429D2-6671-4BE6-AA90-D3A15BFF9CAE}" dt="2022-09-26T09:53:44.882" v="0"/>
          <ac:cxnSpMkLst>
            <pc:docMk/>
            <pc:sldMk cId="1142128848" sldId="256"/>
            <ac:cxnSpMk id="166" creationId="{B49221D7-589A-7B87-B2C9-C5FD1D497F18}"/>
          </ac:cxnSpMkLst>
        </pc:cxnChg>
        <pc:cxnChg chg="add mod">
          <ac:chgData name="Zoli  Maddalena" userId="ef75f32c-2285-4bf8-888e-0be039881ff4" providerId="ADAL" clId="{A33429D2-6671-4BE6-AA90-D3A15BFF9CAE}" dt="2022-09-26T15:37:02.475" v="2490" actId="1035"/>
          <ac:cxnSpMkLst>
            <pc:docMk/>
            <pc:sldMk cId="1142128848" sldId="256"/>
            <ac:cxnSpMk id="167" creationId="{A463793F-2D11-1EFB-C4A0-22EE688D8E89}"/>
          </ac:cxnSpMkLst>
        </pc:cxnChg>
        <pc:cxnChg chg="add mod">
          <ac:chgData name="Zoli  Maddalena" userId="ef75f32c-2285-4bf8-888e-0be039881ff4" providerId="ADAL" clId="{A33429D2-6671-4BE6-AA90-D3A15BFF9CAE}" dt="2022-09-26T15:37:02.475" v="2490" actId="1035"/>
          <ac:cxnSpMkLst>
            <pc:docMk/>
            <pc:sldMk cId="1142128848" sldId="256"/>
            <ac:cxnSpMk id="168" creationId="{BE492889-408C-6793-0902-F996BCD49E75}"/>
          </ac:cxnSpMkLst>
        </pc:cxnChg>
      </pc:sldChg>
    </pc:docChg>
  </pc:docChgLst>
  <pc:docChgLst>
    <pc:chgData name="Maddalena  Zoli" userId="ef75f32c-2285-4bf8-888e-0be039881ff4" providerId="ADAL" clId="{1B354329-0A01-44D2-BADF-C30915E3E2C5}"/>
    <pc:docChg chg="modSld">
      <pc:chgData name="Maddalena  Zoli" userId="ef75f32c-2285-4bf8-888e-0be039881ff4" providerId="ADAL" clId="{1B354329-0A01-44D2-BADF-C30915E3E2C5}" dt="2023-09-22T11:01:34.907" v="95" actId="14100"/>
      <pc:docMkLst>
        <pc:docMk/>
      </pc:docMkLst>
      <pc:sldChg chg="addSp modSp mod addCm modCm">
        <pc:chgData name="Maddalena  Zoli" userId="ef75f32c-2285-4bf8-888e-0be039881ff4" providerId="ADAL" clId="{1B354329-0A01-44D2-BADF-C30915E3E2C5}" dt="2023-09-22T11:01:34.907" v="95" actId="14100"/>
        <pc:sldMkLst>
          <pc:docMk/>
          <pc:sldMk cId="1142128848" sldId="256"/>
        </pc:sldMkLst>
        <pc:spChg chg="add mod">
          <ac:chgData name="Maddalena  Zoli" userId="ef75f32c-2285-4bf8-888e-0be039881ff4" providerId="ADAL" clId="{1B354329-0A01-44D2-BADF-C30915E3E2C5}" dt="2023-09-22T11:01:34.907" v="95" actId="14100"/>
          <ac:spMkLst>
            <pc:docMk/>
            <pc:sldMk cId="1142128848" sldId="256"/>
            <ac:spMk id="72" creationId="{94BEC037-6666-5D07-FE35-8AD8179AC274}"/>
          </ac:spMkLst>
        </pc:spChg>
        <pc:spChg chg="mod">
          <ac:chgData name="Maddalena  Zoli" userId="ef75f32c-2285-4bf8-888e-0be039881ff4" providerId="ADAL" clId="{1B354329-0A01-44D2-BADF-C30915E3E2C5}" dt="2023-09-22T10:03:22.638" v="93" actId="6549"/>
          <ac:spMkLst>
            <pc:docMk/>
            <pc:sldMk cId="1142128848" sldId="256"/>
            <ac:spMk id="175" creationId="{3C48EB8D-32CF-353E-547D-8EC1C19B14CF}"/>
          </ac:spMkLst>
        </pc:spChg>
        <pc:spChg chg="add mod">
          <ac:chgData name="Maddalena  Zoli" userId="ef75f32c-2285-4bf8-888e-0be039881ff4" providerId="ADAL" clId="{1B354329-0A01-44D2-BADF-C30915E3E2C5}" dt="2023-09-22T09:56:50.745" v="48" actId="1035"/>
          <ac:spMkLst>
            <pc:docMk/>
            <pc:sldMk cId="1142128848" sldId="256"/>
            <ac:spMk id="183" creationId="{26607608-1B19-F41A-D744-0AA7DB5F83B5}"/>
          </ac:spMkLst>
        </pc:spChg>
        <pc:picChg chg="add mod ord">
          <ac:chgData name="Maddalena  Zoli" userId="ef75f32c-2285-4bf8-888e-0be039881ff4" providerId="ADAL" clId="{1B354329-0A01-44D2-BADF-C30915E3E2C5}" dt="2023-09-22T09:39:32.201" v="23" actId="1076"/>
          <ac:picMkLst>
            <pc:docMk/>
            <pc:sldMk cId="1142128848" sldId="256"/>
            <ac:picMk id="16" creationId="{BB9AB5FA-CEEC-97C2-F331-02F2E44B077F}"/>
          </ac:picMkLst>
        </pc:picChg>
        <pc:picChg chg="add mod">
          <ac:chgData name="Maddalena  Zoli" userId="ef75f32c-2285-4bf8-888e-0be039881ff4" providerId="ADAL" clId="{1B354329-0A01-44D2-BADF-C30915E3E2C5}" dt="2023-09-22T09:57:12.726" v="53" actId="1076"/>
          <ac:picMkLst>
            <pc:docMk/>
            <pc:sldMk cId="1142128848" sldId="256"/>
            <ac:picMk id="73" creationId="{707AB58B-C8C7-AD38-17D6-3A3FE5216721}"/>
          </ac:picMkLst>
        </pc:picChg>
        <pc:picChg chg="add mod">
          <ac:chgData name="Maddalena  Zoli" userId="ef75f32c-2285-4bf8-888e-0be039881ff4" providerId="ADAL" clId="{1B354329-0A01-44D2-BADF-C30915E3E2C5}" dt="2023-09-22T09:39:22.093" v="22" actId="1035"/>
          <ac:picMkLst>
            <pc:docMk/>
            <pc:sldMk cId="1142128848" sldId="256"/>
            <ac:picMk id="174" creationId="{A13BF652-A183-B625-BE71-656FDE72221F}"/>
          </ac:picMkLst>
        </pc:picChg>
        <pc:picChg chg="add mod">
          <ac:chgData name="Maddalena  Zoli" userId="ef75f32c-2285-4bf8-888e-0be039881ff4" providerId="ADAL" clId="{1B354329-0A01-44D2-BADF-C30915E3E2C5}" dt="2023-09-22T09:58:12.241" v="58" actId="1076"/>
          <ac:picMkLst>
            <pc:docMk/>
            <pc:sldMk cId="1142128848" sldId="256"/>
            <ac:picMk id="187" creationId="{88333822-AC11-3959-6958-E664190D450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Maddalena  Zoli" userId="ef75f32c-2285-4bf8-888e-0be039881ff4" providerId="ADAL" clId="{1B354329-0A01-44D2-BADF-C30915E3E2C5}" dt="2023-09-22T10:06:20.284" v="94"/>
              <pc2:cmMkLst xmlns:pc2="http://schemas.microsoft.com/office/powerpoint/2019/9/main/command">
                <pc:docMk/>
                <pc:sldMk cId="1142128848" sldId="256"/>
                <pc2:cmMk id="{1E60B512-E182-4BF5-8656-CD071594F96A}"/>
              </pc2:cmMkLst>
            </pc226:cmChg>
          </p:ext>
        </pc:extLst>
      </pc:sldChg>
    </pc:docChg>
  </pc:docChgLst>
  <pc:docChgLst>
    <pc:chgData name="Federico  Dattila" userId="3fbddd6b-c98a-4780-9364-b5d8323ec50d" providerId="ADAL" clId="{818ADA0F-AB09-4AEE-89B9-DAA4EE8C13AC}"/>
    <pc:docChg chg="undo custSel modSld">
      <pc:chgData name="Federico  Dattila" userId="3fbddd6b-c98a-4780-9364-b5d8323ec50d" providerId="ADAL" clId="{818ADA0F-AB09-4AEE-89B9-DAA4EE8C13AC}" dt="2023-09-22T10:39:06.269" v="362"/>
      <pc:docMkLst>
        <pc:docMk/>
      </pc:docMkLst>
      <pc:sldChg chg="addSp delSp modSp mod modCm">
        <pc:chgData name="Federico  Dattila" userId="3fbddd6b-c98a-4780-9364-b5d8323ec50d" providerId="ADAL" clId="{818ADA0F-AB09-4AEE-89B9-DAA4EE8C13AC}" dt="2023-09-22T10:39:06.269" v="362"/>
        <pc:sldMkLst>
          <pc:docMk/>
          <pc:sldMk cId="1142128848" sldId="256"/>
        </pc:sldMkLst>
        <pc:spChg chg="mod">
          <ac:chgData name="Federico  Dattila" userId="3fbddd6b-c98a-4780-9364-b5d8323ec50d" providerId="ADAL" clId="{818ADA0F-AB09-4AEE-89B9-DAA4EE8C13AC}" dt="2023-09-22T10:37:54.594" v="281" actId="1037"/>
          <ac:spMkLst>
            <pc:docMk/>
            <pc:sldMk cId="1142128848" sldId="256"/>
            <ac:spMk id="14" creationId="{E55981CF-EEFC-52B8-358A-89D53A221CF5}"/>
          </ac:spMkLst>
        </pc:spChg>
        <pc:spChg chg="mod">
          <ac:chgData name="Federico  Dattila" userId="3fbddd6b-c98a-4780-9364-b5d8323ec50d" providerId="ADAL" clId="{818ADA0F-AB09-4AEE-89B9-DAA4EE8C13AC}" dt="2023-09-22T10:38:02.519" v="298" actId="1035"/>
          <ac:spMkLst>
            <pc:docMk/>
            <pc:sldMk cId="1142128848" sldId="256"/>
            <ac:spMk id="17" creationId="{9369E0C6-6B2C-D843-1B64-785FF1DF90DD}"/>
          </ac:spMkLst>
        </pc:spChg>
        <pc:spChg chg="mod">
          <ac:chgData name="Federico  Dattila" userId="3fbddd6b-c98a-4780-9364-b5d8323ec50d" providerId="ADAL" clId="{818ADA0F-AB09-4AEE-89B9-DAA4EE8C13AC}" dt="2023-09-22T10:35:51.669" v="241" actId="404"/>
          <ac:spMkLst>
            <pc:docMk/>
            <pc:sldMk cId="1142128848" sldId="256"/>
            <ac:spMk id="53" creationId="{77E063CA-13EA-F202-4FC8-48F32377A68C}"/>
          </ac:spMkLst>
        </pc:spChg>
        <pc:spChg chg="mod">
          <ac:chgData name="Federico  Dattila" userId="3fbddd6b-c98a-4780-9364-b5d8323ec50d" providerId="ADAL" clId="{818ADA0F-AB09-4AEE-89B9-DAA4EE8C13AC}" dt="2023-09-22T10:36:48.700" v="256" actId="14100"/>
          <ac:spMkLst>
            <pc:docMk/>
            <pc:sldMk cId="1142128848" sldId="256"/>
            <ac:spMk id="57" creationId="{7C92E4B3-4191-8070-2818-879AF0952635}"/>
          </ac:spMkLst>
        </pc:spChg>
        <pc:spChg chg="mod">
          <ac:chgData name="Federico  Dattila" userId="3fbddd6b-c98a-4780-9364-b5d8323ec50d" providerId="ADAL" clId="{818ADA0F-AB09-4AEE-89B9-DAA4EE8C13AC}" dt="2023-09-22T10:36:55.529" v="257" actId="2711"/>
          <ac:spMkLst>
            <pc:docMk/>
            <pc:sldMk cId="1142128848" sldId="256"/>
            <ac:spMk id="59" creationId="{66C8FAB1-D6AC-B44F-A702-83CB7C0742D7}"/>
          </ac:spMkLst>
        </pc:spChg>
        <pc:spChg chg="mod">
          <ac:chgData name="Federico  Dattila" userId="3fbddd6b-c98a-4780-9364-b5d8323ec50d" providerId="ADAL" clId="{818ADA0F-AB09-4AEE-89B9-DAA4EE8C13AC}" dt="2023-09-22T10:36:04.780" v="246" actId="1076"/>
          <ac:spMkLst>
            <pc:docMk/>
            <pc:sldMk cId="1142128848" sldId="256"/>
            <ac:spMk id="60" creationId="{AE30A9D9-206C-DA32-A646-07F1330432F1}"/>
          </ac:spMkLst>
        </pc:spChg>
        <pc:spChg chg="mod">
          <ac:chgData name="Federico  Dattila" userId="3fbddd6b-c98a-4780-9364-b5d8323ec50d" providerId="ADAL" clId="{818ADA0F-AB09-4AEE-89B9-DAA4EE8C13AC}" dt="2023-09-22T10:35:56.809" v="243" actId="404"/>
          <ac:spMkLst>
            <pc:docMk/>
            <pc:sldMk cId="1142128848" sldId="256"/>
            <ac:spMk id="65" creationId="{9248739B-970B-0451-B37A-416DA92BE742}"/>
          </ac:spMkLst>
        </pc:spChg>
        <pc:spChg chg="mod">
          <ac:chgData name="Federico  Dattila" userId="3fbddd6b-c98a-4780-9364-b5d8323ec50d" providerId="ADAL" clId="{818ADA0F-AB09-4AEE-89B9-DAA4EE8C13AC}" dt="2023-09-22T10:35:42.181" v="239" actId="404"/>
          <ac:spMkLst>
            <pc:docMk/>
            <pc:sldMk cId="1142128848" sldId="256"/>
            <ac:spMk id="67" creationId="{14842DC6-3401-B1EE-9E2E-6887DF879F5B}"/>
          </ac:spMkLst>
        </pc:spChg>
        <pc:spChg chg="mod">
          <ac:chgData name="Federico  Dattila" userId="3fbddd6b-c98a-4780-9364-b5d8323ec50d" providerId="ADAL" clId="{818ADA0F-AB09-4AEE-89B9-DAA4EE8C13AC}" dt="2023-09-22T10:35:48.909" v="240" actId="404"/>
          <ac:spMkLst>
            <pc:docMk/>
            <pc:sldMk cId="1142128848" sldId="256"/>
            <ac:spMk id="169" creationId="{63A7542B-241A-F4A1-8DAE-8B43832134E0}"/>
          </ac:spMkLst>
        </pc:spChg>
        <pc:spChg chg="mod">
          <ac:chgData name="Federico  Dattila" userId="3fbddd6b-c98a-4780-9364-b5d8323ec50d" providerId="ADAL" clId="{818ADA0F-AB09-4AEE-89B9-DAA4EE8C13AC}" dt="2023-09-22T10:38:46.119" v="361" actId="1035"/>
          <ac:spMkLst>
            <pc:docMk/>
            <pc:sldMk cId="1142128848" sldId="256"/>
            <ac:spMk id="175" creationId="{3C48EB8D-32CF-353E-547D-8EC1C19B14CF}"/>
          </ac:spMkLst>
        </pc:spChg>
        <pc:spChg chg="mod">
          <ac:chgData name="Federico  Dattila" userId="3fbddd6b-c98a-4780-9364-b5d8323ec50d" providerId="ADAL" clId="{818ADA0F-AB09-4AEE-89B9-DAA4EE8C13AC}" dt="2023-09-22T10:36:07.039" v="248" actId="404"/>
          <ac:spMkLst>
            <pc:docMk/>
            <pc:sldMk cId="1142128848" sldId="256"/>
            <ac:spMk id="176" creationId="{A330BD26-F656-5D54-F2EF-4E23C8FD62B4}"/>
          </ac:spMkLst>
        </pc:spChg>
        <pc:spChg chg="mod">
          <ac:chgData name="Federico  Dattila" userId="3fbddd6b-c98a-4780-9364-b5d8323ec50d" providerId="ADAL" clId="{818ADA0F-AB09-4AEE-89B9-DAA4EE8C13AC}" dt="2023-09-22T10:36:23.029" v="252" actId="2711"/>
          <ac:spMkLst>
            <pc:docMk/>
            <pc:sldMk cId="1142128848" sldId="256"/>
            <ac:spMk id="178" creationId="{318ABFD0-BDD4-C074-15CA-85990740FD7F}"/>
          </ac:spMkLst>
        </pc:spChg>
        <pc:spChg chg="mod">
          <ac:chgData name="Federico  Dattila" userId="3fbddd6b-c98a-4780-9364-b5d8323ec50d" providerId="ADAL" clId="{818ADA0F-AB09-4AEE-89B9-DAA4EE8C13AC}" dt="2023-09-22T10:36:27.189" v="253" actId="2711"/>
          <ac:spMkLst>
            <pc:docMk/>
            <pc:sldMk cId="1142128848" sldId="256"/>
            <ac:spMk id="179" creationId="{391D8DCE-ED9C-AC00-9BA4-59A0F4881F66}"/>
          </ac:spMkLst>
        </pc:spChg>
        <pc:spChg chg="mod">
          <ac:chgData name="Federico  Dattila" userId="3fbddd6b-c98a-4780-9364-b5d8323ec50d" providerId="ADAL" clId="{818ADA0F-AB09-4AEE-89B9-DAA4EE8C13AC}" dt="2023-09-22T10:36:35.844" v="254" actId="2711"/>
          <ac:spMkLst>
            <pc:docMk/>
            <pc:sldMk cId="1142128848" sldId="256"/>
            <ac:spMk id="182" creationId="{818756E3-989E-BFCF-47B2-4DE1D4D9A822}"/>
          </ac:spMkLst>
        </pc:spChg>
        <pc:spChg chg="mod">
          <ac:chgData name="Federico  Dattila" userId="3fbddd6b-c98a-4780-9364-b5d8323ec50d" providerId="ADAL" clId="{818ADA0F-AB09-4AEE-89B9-DAA4EE8C13AC}" dt="2023-09-22T10:38:12.869" v="325" actId="14100"/>
          <ac:spMkLst>
            <pc:docMk/>
            <pc:sldMk cId="1142128848" sldId="256"/>
            <ac:spMk id="183" creationId="{26607608-1B19-F41A-D744-0AA7DB5F83B5}"/>
          </ac:spMkLst>
        </pc:spChg>
        <pc:spChg chg="mod">
          <ac:chgData name="Federico  Dattila" userId="3fbddd6b-c98a-4780-9364-b5d8323ec50d" providerId="ADAL" clId="{818ADA0F-AB09-4AEE-89B9-DAA4EE8C13AC}" dt="2023-09-22T10:36:11.417" v="250" actId="404"/>
          <ac:spMkLst>
            <pc:docMk/>
            <pc:sldMk cId="1142128848" sldId="256"/>
            <ac:spMk id="1029" creationId="{ECE195AB-1379-2685-3AA9-853556EB8E39}"/>
          </ac:spMkLst>
        </pc:spChg>
        <pc:graphicFrameChg chg="mod">
          <ac:chgData name="Federico  Dattila" userId="3fbddd6b-c98a-4780-9364-b5d8323ec50d" providerId="ADAL" clId="{818ADA0F-AB09-4AEE-89B9-DAA4EE8C13AC}" dt="2023-09-22T10:38:02.519" v="298" actId="1035"/>
          <ac:graphicFrameMkLst>
            <pc:docMk/>
            <pc:sldMk cId="1142128848" sldId="256"/>
            <ac:graphicFrameMk id="15" creationId="{D841FE7C-172C-369D-51EC-40DCCC94AA93}"/>
          </ac:graphicFrameMkLst>
        </pc:graphicFrameChg>
        <pc:picChg chg="mod">
          <ac:chgData name="Federico  Dattila" userId="3fbddd6b-c98a-4780-9364-b5d8323ec50d" providerId="ADAL" clId="{818ADA0F-AB09-4AEE-89B9-DAA4EE8C13AC}" dt="2023-09-22T10:38:02.519" v="298" actId="1035"/>
          <ac:picMkLst>
            <pc:docMk/>
            <pc:sldMk cId="1142128848" sldId="256"/>
            <ac:picMk id="4" creationId="{0AB198CC-B4D7-E41A-887B-7A2AFB5A1A9A}"/>
          </ac:picMkLst>
        </pc:picChg>
        <pc:picChg chg="del">
          <ac:chgData name="Federico  Dattila" userId="3fbddd6b-c98a-4780-9364-b5d8323ec50d" providerId="ADAL" clId="{818ADA0F-AB09-4AEE-89B9-DAA4EE8C13AC}" dt="2023-09-22T10:31:58.629" v="2" actId="21"/>
          <ac:picMkLst>
            <pc:docMk/>
            <pc:sldMk cId="1142128848" sldId="256"/>
            <ac:picMk id="8" creationId="{3D603808-3343-3801-C2D1-13F83C895543}"/>
          </ac:picMkLst>
        </pc:picChg>
        <pc:picChg chg="del">
          <ac:chgData name="Federico  Dattila" userId="3fbddd6b-c98a-4780-9364-b5d8323ec50d" providerId="ADAL" clId="{818ADA0F-AB09-4AEE-89B9-DAA4EE8C13AC}" dt="2023-09-22T10:31:58.629" v="2" actId="21"/>
          <ac:picMkLst>
            <pc:docMk/>
            <pc:sldMk cId="1142128848" sldId="256"/>
            <ac:picMk id="9" creationId="{CF0F4284-C2DB-2681-53E9-A17EE6532482}"/>
          </ac:picMkLst>
        </pc:picChg>
        <pc:picChg chg="add mod">
          <ac:chgData name="Federico  Dattila" userId="3fbddd6b-c98a-4780-9364-b5d8323ec50d" providerId="ADAL" clId="{818ADA0F-AB09-4AEE-89B9-DAA4EE8C13AC}" dt="2023-09-22T10:38:26.019" v="353" actId="1035"/>
          <ac:picMkLst>
            <pc:docMk/>
            <pc:sldMk cId="1142128848" sldId="256"/>
            <ac:picMk id="10" creationId="{E51ACBD6-BDD8-40C4-6F94-3B604C301183}"/>
          </ac:picMkLst>
        </pc:picChg>
        <pc:picChg chg="del">
          <ac:chgData name="Federico  Dattila" userId="3fbddd6b-c98a-4780-9364-b5d8323ec50d" providerId="ADAL" clId="{818ADA0F-AB09-4AEE-89B9-DAA4EE8C13AC}" dt="2023-09-22T10:31:58.629" v="2" actId="21"/>
          <ac:picMkLst>
            <pc:docMk/>
            <pc:sldMk cId="1142128848" sldId="256"/>
            <ac:picMk id="13" creationId="{75FFDFFB-5232-5957-A1A5-F9CF1952667B}"/>
          </ac:picMkLst>
        </pc:picChg>
        <pc:picChg chg="mod">
          <ac:chgData name="Federico  Dattila" userId="3fbddd6b-c98a-4780-9364-b5d8323ec50d" providerId="ADAL" clId="{818ADA0F-AB09-4AEE-89B9-DAA4EE8C13AC}" dt="2023-09-22T10:38:26.019" v="353" actId="1035"/>
          <ac:picMkLst>
            <pc:docMk/>
            <pc:sldMk cId="1142128848" sldId="256"/>
            <ac:picMk id="73" creationId="{707AB58B-C8C7-AD38-17D6-3A3FE5216721}"/>
          </ac:picMkLst>
        </pc:picChg>
        <pc:picChg chg="add mod">
          <ac:chgData name="Federico  Dattila" userId="3fbddd6b-c98a-4780-9364-b5d8323ec50d" providerId="ADAL" clId="{818ADA0F-AB09-4AEE-89B9-DAA4EE8C13AC}" dt="2023-09-22T10:38:26.019" v="353" actId="1035"/>
          <ac:picMkLst>
            <pc:docMk/>
            <pc:sldMk cId="1142128848" sldId="256"/>
            <ac:picMk id="184" creationId="{1FB1CF4D-719E-3F16-501D-5F9BBB692C0E}"/>
          </ac:picMkLst>
        </pc:picChg>
        <pc:picChg chg="mod">
          <ac:chgData name="Federico  Dattila" userId="3fbddd6b-c98a-4780-9364-b5d8323ec50d" providerId="ADAL" clId="{818ADA0F-AB09-4AEE-89B9-DAA4EE8C13AC}" dt="2023-09-22T10:38:26.019" v="353" actId="1035"/>
          <ac:picMkLst>
            <pc:docMk/>
            <pc:sldMk cId="1142128848" sldId="256"/>
            <ac:picMk id="187" creationId="{88333822-AC11-3959-6958-E664190D4508}"/>
          </ac:picMkLst>
        </pc:picChg>
        <pc:picChg chg="add mod">
          <ac:chgData name="Federico  Dattila" userId="3fbddd6b-c98a-4780-9364-b5d8323ec50d" providerId="ADAL" clId="{818ADA0F-AB09-4AEE-89B9-DAA4EE8C13AC}" dt="2023-09-22T10:38:26.019" v="353" actId="1035"/>
          <ac:picMkLst>
            <pc:docMk/>
            <pc:sldMk cId="1142128848" sldId="256"/>
            <ac:picMk id="188" creationId="{C6282561-BA61-DAA9-4E9C-9A79DC4063EE}"/>
          </ac:picMkLst>
        </pc:picChg>
        <pc:picChg chg="add mod">
          <ac:chgData name="Federico  Dattila" userId="3fbddd6b-c98a-4780-9364-b5d8323ec50d" providerId="ADAL" clId="{818ADA0F-AB09-4AEE-89B9-DAA4EE8C13AC}" dt="2023-09-22T10:38:26.019" v="353" actId="1035"/>
          <ac:picMkLst>
            <pc:docMk/>
            <pc:sldMk cId="1142128848" sldId="256"/>
            <ac:picMk id="191" creationId="{62877846-6533-0B0F-994C-121F9CA15EA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Federico  Dattila" userId="3fbddd6b-c98a-4780-9364-b5d8323ec50d" providerId="ADAL" clId="{818ADA0F-AB09-4AEE-89B9-DAA4EE8C13AC}" dt="2023-09-22T10:39:06.269" v="362"/>
              <pc2:cmMkLst xmlns:pc2="http://schemas.microsoft.com/office/powerpoint/2019/9/main/command">
                <pc:docMk/>
                <pc:sldMk cId="1142128848" sldId="256"/>
                <pc2:cmMk id="{1E60B512-E182-4BF5-8656-CD071594F96A}"/>
              </pc2:cmMkLst>
              <pc226:cmRplyChg chg="add mod">
                <pc226:chgData name="Federico  Dattila" userId="3fbddd6b-c98a-4780-9364-b5d8323ec50d" providerId="ADAL" clId="{818ADA0F-AB09-4AEE-89B9-DAA4EE8C13AC}" dt="2023-09-22T10:21:49.989" v="1"/>
                <pc2:cmRplyMkLst xmlns:pc2="http://schemas.microsoft.com/office/powerpoint/2019/9/main/command">
                  <pc:docMk/>
                  <pc:sldMk cId="1142128848" sldId="256"/>
                  <pc2:cmMk id="{1E60B512-E182-4BF5-8656-CD071594F96A}"/>
                  <pc2:cmRplyMk id="{20908081-8466-4A76-AA08-C20A7BE8DFF2}"/>
                </pc2:cmRplyMkLst>
              </pc226:cmRplyChg>
              <pc226:cmRplyChg chg="add">
                <pc226:chgData name="Federico  Dattila" userId="3fbddd6b-c98a-4780-9364-b5d8323ec50d" providerId="ADAL" clId="{818ADA0F-AB09-4AEE-89B9-DAA4EE8C13AC}" dt="2023-09-22T10:39:06.269" v="362"/>
                <pc2:cmRplyMkLst xmlns:pc2="http://schemas.microsoft.com/office/powerpoint/2019/9/main/command">
                  <pc:docMk/>
                  <pc:sldMk cId="1142128848" sldId="256"/>
                  <pc2:cmMk id="{1E60B512-E182-4BF5-8656-CD071594F96A}"/>
                  <pc2:cmRplyMk id="{CF09CFF0-91E2-4948-B140-E3BB858A20E9}"/>
                </pc2:cmRplyMkLst>
              </pc226:cmRplyChg>
            </pc226:cmChg>
          </p:ext>
        </pc:extLst>
      </pc:sldChg>
    </pc:docChg>
  </pc:docChgLst>
  <pc:docChgLst>
    <pc:chgData name="Federico  Dattila" userId="3fbddd6b-c98a-4780-9364-b5d8323ec50d" providerId="ADAL" clId="{28D44EF1-5DD9-422E-BE6B-DD317E356251}"/>
    <pc:docChg chg="undo custSel modSld">
      <pc:chgData name="Federico  Dattila" userId="3fbddd6b-c98a-4780-9364-b5d8323ec50d" providerId="ADAL" clId="{28D44EF1-5DD9-422E-BE6B-DD317E356251}" dt="2024-09-24T08:48:53.097" v="298" actId="14100"/>
      <pc:docMkLst>
        <pc:docMk/>
      </pc:docMkLst>
      <pc:sldChg chg="addSp delSp modSp mod">
        <pc:chgData name="Federico  Dattila" userId="3fbddd6b-c98a-4780-9364-b5d8323ec50d" providerId="ADAL" clId="{28D44EF1-5DD9-422E-BE6B-DD317E356251}" dt="2024-09-24T08:48:53.097" v="298" actId="14100"/>
        <pc:sldMkLst>
          <pc:docMk/>
          <pc:sldMk cId="1142128848" sldId="256"/>
        </pc:sldMkLst>
        <pc:spChg chg="add del mod">
          <ac:chgData name="Federico  Dattila" userId="3fbddd6b-c98a-4780-9364-b5d8323ec50d" providerId="ADAL" clId="{28D44EF1-5DD9-422E-BE6B-DD317E356251}" dt="2024-09-24T08:43:27.104" v="199" actId="478"/>
          <ac:spMkLst>
            <pc:docMk/>
            <pc:sldMk cId="1142128848" sldId="256"/>
            <ac:spMk id="6" creationId="{B5D52EAC-2DDE-9949-1214-4EAC4A8C50D0}"/>
          </ac:spMkLst>
        </pc:spChg>
        <pc:spChg chg="add mod">
          <ac:chgData name="Federico  Dattila" userId="3fbddd6b-c98a-4780-9364-b5d8323ec50d" providerId="ADAL" clId="{28D44EF1-5DD9-422E-BE6B-DD317E356251}" dt="2024-09-24T08:43:09.888" v="195" actId="255"/>
          <ac:spMkLst>
            <pc:docMk/>
            <pc:sldMk cId="1142128848" sldId="256"/>
            <ac:spMk id="7" creationId="{34E8B0FB-E421-C6F7-90E1-1D2F50866314}"/>
          </ac:spMkLst>
        </pc:spChg>
        <pc:spChg chg="add mod">
          <ac:chgData name="Federico  Dattila" userId="3fbddd6b-c98a-4780-9364-b5d8323ec50d" providerId="ADAL" clId="{28D44EF1-5DD9-422E-BE6B-DD317E356251}" dt="2024-09-24T08:43:51.519" v="202" actId="208"/>
          <ac:spMkLst>
            <pc:docMk/>
            <pc:sldMk cId="1142128848" sldId="256"/>
            <ac:spMk id="11" creationId="{8440627F-F305-B4EC-8C1E-756A3816E61D}"/>
          </ac:spMkLst>
        </pc:spChg>
        <pc:spChg chg="add mod">
          <ac:chgData name="Federico  Dattila" userId="3fbddd6b-c98a-4780-9364-b5d8323ec50d" providerId="ADAL" clId="{28D44EF1-5DD9-422E-BE6B-DD317E356251}" dt="2024-09-24T08:44:16.526" v="224" actId="1036"/>
          <ac:spMkLst>
            <pc:docMk/>
            <pc:sldMk cId="1142128848" sldId="256"/>
            <ac:spMk id="12" creationId="{4DF3F18B-D7A7-51DD-4432-AA0D2B3DDB4A}"/>
          </ac:spMkLst>
        </pc:spChg>
        <pc:spChg chg="add mod">
          <ac:chgData name="Federico  Dattila" userId="3fbddd6b-c98a-4780-9364-b5d8323ec50d" providerId="ADAL" clId="{28D44EF1-5DD9-422E-BE6B-DD317E356251}" dt="2024-09-24T08:46:29.748" v="248" actId="1076"/>
          <ac:spMkLst>
            <pc:docMk/>
            <pc:sldMk cId="1142128848" sldId="256"/>
            <ac:spMk id="13" creationId="{9D31CA29-5CF7-4D9E-F88B-F9402377F29A}"/>
          </ac:spMkLst>
        </pc:spChg>
        <pc:spChg chg="add mod ord">
          <ac:chgData name="Federico  Dattila" userId="3fbddd6b-c98a-4780-9364-b5d8323ec50d" providerId="ADAL" clId="{28D44EF1-5DD9-422E-BE6B-DD317E356251}" dt="2024-09-24T08:46:40.312" v="273" actId="1038"/>
          <ac:spMkLst>
            <pc:docMk/>
            <pc:sldMk cId="1142128848" sldId="256"/>
            <ac:spMk id="14" creationId="{99B122E2-076D-53B4-ED6C-2F2FCEB139E7}"/>
          </ac:spMkLst>
        </pc:spChg>
        <pc:spChg chg="add mod">
          <ac:chgData name="Federico  Dattila" userId="3fbddd6b-c98a-4780-9364-b5d8323ec50d" providerId="ADAL" clId="{28D44EF1-5DD9-422E-BE6B-DD317E356251}" dt="2024-09-24T08:47:21.854" v="281" actId="207"/>
          <ac:spMkLst>
            <pc:docMk/>
            <pc:sldMk cId="1142128848" sldId="256"/>
            <ac:spMk id="15" creationId="{CBEE3EAC-B8EA-6A41-01B6-BE635234CA96}"/>
          </ac:spMkLst>
        </pc:spChg>
        <pc:spChg chg="add del mod">
          <ac:chgData name="Federico  Dattila" userId="3fbddd6b-c98a-4780-9364-b5d8323ec50d" providerId="ADAL" clId="{28D44EF1-5DD9-422E-BE6B-DD317E356251}" dt="2024-09-24T08:32:22.992" v="78" actId="208"/>
          <ac:spMkLst>
            <pc:docMk/>
            <pc:sldMk cId="1142128848" sldId="256"/>
            <ac:spMk id="17" creationId="{67E614E4-00F5-679D-4D73-72E7F81DCE3A}"/>
          </ac:spMkLst>
        </pc:spChg>
        <pc:spChg chg="add mod">
          <ac:chgData name="Federico  Dattila" userId="3fbddd6b-c98a-4780-9364-b5d8323ec50d" providerId="ADAL" clId="{28D44EF1-5DD9-422E-BE6B-DD317E356251}" dt="2024-09-24T08:48:14.192" v="286" actId="208"/>
          <ac:spMkLst>
            <pc:docMk/>
            <pc:sldMk cId="1142128848" sldId="256"/>
            <ac:spMk id="18" creationId="{5E0FC122-F6AE-85F1-4AFD-1E733C76E828}"/>
          </ac:spMkLst>
        </pc:spChg>
        <pc:spChg chg="add del">
          <ac:chgData name="Federico  Dattila" userId="3fbddd6b-c98a-4780-9364-b5d8323ec50d" providerId="ADAL" clId="{28D44EF1-5DD9-422E-BE6B-DD317E356251}" dt="2024-09-24T08:30:58.352" v="70" actId="478"/>
          <ac:spMkLst>
            <pc:docMk/>
            <pc:sldMk cId="1142128848" sldId="256"/>
            <ac:spMk id="18" creationId="{61C4CDF5-27B1-4233-9550-B563E1E5E00F}"/>
          </ac:spMkLst>
        </pc:spChg>
        <pc:spChg chg="add del">
          <ac:chgData name="Federico  Dattila" userId="3fbddd6b-c98a-4780-9364-b5d8323ec50d" providerId="ADAL" clId="{28D44EF1-5DD9-422E-BE6B-DD317E356251}" dt="2024-09-24T08:31:11.087" v="72" actId="478"/>
          <ac:spMkLst>
            <pc:docMk/>
            <pc:sldMk cId="1142128848" sldId="256"/>
            <ac:spMk id="19" creationId="{A25A60CA-7FFA-6D29-C7F5-11D22FB1C5CF}"/>
          </ac:spMkLst>
        </pc:spChg>
        <pc:spChg chg="add mod">
          <ac:chgData name="Federico  Dattila" userId="3fbddd6b-c98a-4780-9364-b5d8323ec50d" providerId="ADAL" clId="{28D44EF1-5DD9-422E-BE6B-DD317E356251}" dt="2024-09-24T08:48:53.097" v="298" actId="14100"/>
          <ac:spMkLst>
            <pc:docMk/>
            <pc:sldMk cId="1142128848" sldId="256"/>
            <ac:spMk id="19" creationId="{F78B6F4A-9D15-B3F5-1046-2B97D83A90B4}"/>
          </ac:spMkLst>
        </pc:spChg>
        <pc:spChg chg="add del">
          <ac:chgData name="Federico  Dattila" userId="3fbddd6b-c98a-4780-9364-b5d8323ec50d" providerId="ADAL" clId="{28D44EF1-5DD9-422E-BE6B-DD317E356251}" dt="2024-09-24T08:31:30.586" v="74" actId="478"/>
          <ac:spMkLst>
            <pc:docMk/>
            <pc:sldMk cId="1142128848" sldId="256"/>
            <ac:spMk id="20" creationId="{7EE18C8B-83AA-64AC-7363-319F5B7EB781}"/>
          </ac:spMkLst>
        </pc:spChg>
        <pc:spChg chg="add mod">
          <ac:chgData name="Federico  Dattila" userId="3fbddd6b-c98a-4780-9364-b5d8323ec50d" providerId="ADAL" clId="{28D44EF1-5DD9-422E-BE6B-DD317E356251}" dt="2024-09-24T08:32:18.884" v="77" actId="208"/>
          <ac:spMkLst>
            <pc:docMk/>
            <pc:sldMk cId="1142128848" sldId="256"/>
            <ac:spMk id="21" creationId="{F8DDCE20-7AEC-75BA-BA40-5EB851D34EC5}"/>
          </ac:spMkLst>
        </pc:spChg>
        <pc:spChg chg="add mod">
          <ac:chgData name="Federico  Dattila" userId="3fbddd6b-c98a-4780-9364-b5d8323ec50d" providerId="ADAL" clId="{28D44EF1-5DD9-422E-BE6B-DD317E356251}" dt="2024-09-24T08:33:24.573" v="81" actId="207"/>
          <ac:spMkLst>
            <pc:docMk/>
            <pc:sldMk cId="1142128848" sldId="256"/>
            <ac:spMk id="22" creationId="{708C5DFC-71DD-6001-2137-7070AB0F3461}"/>
          </ac:spMkLst>
        </pc:spChg>
        <pc:spChg chg="add mod">
          <ac:chgData name="Federico  Dattila" userId="3fbddd6b-c98a-4780-9364-b5d8323ec50d" providerId="ADAL" clId="{28D44EF1-5DD9-422E-BE6B-DD317E356251}" dt="2024-09-24T08:35:18.006" v="84" actId="207"/>
          <ac:spMkLst>
            <pc:docMk/>
            <pc:sldMk cId="1142128848" sldId="256"/>
            <ac:spMk id="23" creationId="{BA06B3BD-5222-5E9E-7905-FDC76D1FE990}"/>
          </ac:spMkLst>
        </pc:spChg>
        <pc:spChg chg="add mod">
          <ac:chgData name="Federico  Dattila" userId="3fbddd6b-c98a-4780-9364-b5d8323ec50d" providerId="ADAL" clId="{28D44EF1-5DD9-422E-BE6B-DD317E356251}" dt="2024-09-24T08:36:14.074" v="93" actId="207"/>
          <ac:spMkLst>
            <pc:docMk/>
            <pc:sldMk cId="1142128848" sldId="256"/>
            <ac:spMk id="24" creationId="{55DAC8DC-955E-705D-6F7D-723B0D021B8A}"/>
          </ac:spMkLst>
        </pc:spChg>
        <pc:spChg chg="add mod">
          <ac:chgData name="Federico  Dattila" userId="3fbddd6b-c98a-4780-9364-b5d8323ec50d" providerId="ADAL" clId="{28D44EF1-5DD9-422E-BE6B-DD317E356251}" dt="2024-09-24T08:38:20.187" v="144" actId="1037"/>
          <ac:spMkLst>
            <pc:docMk/>
            <pc:sldMk cId="1142128848" sldId="256"/>
            <ac:spMk id="25" creationId="{8FE6790C-0810-C77C-2492-B0E451ADCB5D}"/>
          </ac:spMkLst>
        </pc:spChg>
        <pc:spChg chg="add del mod">
          <ac:chgData name="Federico  Dattila" userId="3fbddd6b-c98a-4780-9364-b5d8323ec50d" providerId="ADAL" clId="{28D44EF1-5DD9-422E-BE6B-DD317E356251}" dt="2024-09-24T08:47:36.617" v="283" actId="478"/>
          <ac:spMkLst>
            <pc:docMk/>
            <pc:sldMk cId="1142128848" sldId="256"/>
            <ac:spMk id="26" creationId="{6E5BFEA6-5A66-E7B4-7C6D-5DF706FB9CEA}"/>
          </ac:spMkLst>
        </pc:spChg>
        <pc:spChg chg="add mod">
          <ac:chgData name="Federico  Dattila" userId="3fbddd6b-c98a-4780-9364-b5d8323ec50d" providerId="ADAL" clId="{28D44EF1-5DD9-422E-BE6B-DD317E356251}" dt="2024-09-24T08:39:01.613" v="167" actId="207"/>
          <ac:spMkLst>
            <pc:docMk/>
            <pc:sldMk cId="1142128848" sldId="256"/>
            <ac:spMk id="27" creationId="{336866E7-3EDA-9AF8-7285-52A18174896D}"/>
          </ac:spMkLst>
        </pc:spChg>
        <pc:spChg chg="add mod">
          <ac:chgData name="Federico  Dattila" userId="3fbddd6b-c98a-4780-9364-b5d8323ec50d" providerId="ADAL" clId="{28D44EF1-5DD9-422E-BE6B-DD317E356251}" dt="2024-09-24T08:39:12.706" v="182" actId="1035"/>
          <ac:spMkLst>
            <pc:docMk/>
            <pc:sldMk cId="1142128848" sldId="256"/>
            <ac:spMk id="28" creationId="{1278327C-101E-6069-BD20-8663D66CE2FE}"/>
          </ac:spMkLst>
        </pc:spChg>
        <pc:picChg chg="add mod">
          <ac:chgData name="Federico  Dattila" userId="3fbddd6b-c98a-4780-9364-b5d8323ec50d" providerId="ADAL" clId="{28D44EF1-5DD9-422E-BE6B-DD317E356251}" dt="2024-09-24T08:21:44.962" v="18" actId="1036"/>
          <ac:picMkLst>
            <pc:docMk/>
            <pc:sldMk cId="1142128848" sldId="256"/>
            <ac:picMk id="4" creationId="{903B8286-AF36-DEB4-B9F7-F40C20F69800}"/>
          </ac:picMkLst>
        </pc:picChg>
        <pc:picChg chg="mod">
          <ac:chgData name="Federico  Dattila" userId="3fbddd6b-c98a-4780-9364-b5d8323ec50d" providerId="ADAL" clId="{28D44EF1-5DD9-422E-BE6B-DD317E356251}" dt="2024-09-24T08:23:13.456" v="37" actId="1038"/>
          <ac:picMkLst>
            <pc:docMk/>
            <pc:sldMk cId="1142128848" sldId="256"/>
            <ac:picMk id="10" creationId="{E51ACBD6-BDD8-40C4-6F94-3B604C301183}"/>
          </ac:picMkLst>
        </pc:picChg>
        <pc:picChg chg="del">
          <ac:chgData name="Federico  Dattila" userId="3fbddd6b-c98a-4780-9364-b5d8323ec50d" providerId="ADAL" clId="{28D44EF1-5DD9-422E-BE6B-DD317E356251}" dt="2024-09-24T08:21:05.816" v="0" actId="478"/>
          <ac:picMkLst>
            <pc:docMk/>
            <pc:sldMk cId="1142128848" sldId="256"/>
            <ac:picMk id="73" creationId="{707AB58B-C8C7-AD38-17D6-3A3FE5216721}"/>
          </ac:picMkLst>
        </pc:picChg>
        <pc:picChg chg="mod">
          <ac:chgData name="Federico  Dattila" userId="3fbddd6b-c98a-4780-9364-b5d8323ec50d" providerId="ADAL" clId="{28D44EF1-5DD9-422E-BE6B-DD317E356251}" dt="2024-09-24T08:23:13.456" v="37" actId="1038"/>
          <ac:picMkLst>
            <pc:docMk/>
            <pc:sldMk cId="1142128848" sldId="256"/>
            <ac:picMk id="184" creationId="{1FB1CF4D-719E-3F16-501D-5F9BBB692C0E}"/>
          </ac:picMkLst>
        </pc:picChg>
        <pc:picChg chg="del">
          <ac:chgData name="Federico  Dattila" userId="3fbddd6b-c98a-4780-9364-b5d8323ec50d" providerId="ADAL" clId="{28D44EF1-5DD9-422E-BE6B-DD317E356251}" dt="2024-09-24T08:21:05.816" v="0" actId="478"/>
          <ac:picMkLst>
            <pc:docMk/>
            <pc:sldMk cId="1142128848" sldId="256"/>
            <ac:picMk id="187" creationId="{88333822-AC11-3959-6958-E664190D4508}"/>
          </ac:picMkLst>
        </pc:picChg>
        <pc:picChg chg="mod">
          <ac:chgData name="Federico  Dattila" userId="3fbddd6b-c98a-4780-9364-b5d8323ec50d" providerId="ADAL" clId="{28D44EF1-5DD9-422E-BE6B-DD317E356251}" dt="2024-09-24T08:23:13.456" v="37" actId="1038"/>
          <ac:picMkLst>
            <pc:docMk/>
            <pc:sldMk cId="1142128848" sldId="256"/>
            <ac:picMk id="188" creationId="{C6282561-BA61-DAA9-4E9C-9A79DC4063EE}"/>
          </ac:picMkLst>
        </pc:picChg>
        <pc:picChg chg="del">
          <ac:chgData name="Federico  Dattila" userId="3fbddd6b-c98a-4780-9364-b5d8323ec50d" providerId="ADAL" clId="{28D44EF1-5DD9-422E-BE6B-DD317E356251}" dt="2024-09-24T08:21:05.816" v="0" actId="478"/>
          <ac:picMkLst>
            <pc:docMk/>
            <pc:sldMk cId="1142128848" sldId="256"/>
            <ac:picMk id="191" creationId="{62877846-6533-0B0F-994C-121F9CA15EAC}"/>
          </ac:picMkLst>
        </pc:picChg>
        <pc:picChg chg="mod">
          <ac:chgData name="Federico  Dattila" userId="3fbddd6b-c98a-4780-9364-b5d8323ec50d" providerId="ADAL" clId="{28D44EF1-5DD9-422E-BE6B-DD317E356251}" dt="2024-09-24T08:24:57.273" v="53"/>
          <ac:picMkLst>
            <pc:docMk/>
            <pc:sldMk cId="1142128848" sldId="256"/>
            <ac:picMk id="1047" creationId="{12C13437-5CF2-3A71-FC2A-9E4EC25A4317}"/>
          </ac:picMkLst>
        </pc:picChg>
        <pc:inkChg chg="add del">
          <ac:chgData name="Federico  Dattila" userId="3fbddd6b-c98a-4780-9364-b5d8323ec50d" providerId="ADAL" clId="{28D44EF1-5DD9-422E-BE6B-DD317E356251}" dt="2024-09-24T08:25:40.433" v="55" actId="9405"/>
          <ac:inkMkLst>
            <pc:docMk/>
            <pc:sldMk cId="1142128848" sldId="256"/>
            <ac:inkMk id="11" creationId="{B29E22CA-C406-49A2-02B7-4A0B53EAEBC0}"/>
          </ac:inkMkLst>
        </pc:inkChg>
        <pc:inkChg chg="add del">
          <ac:chgData name="Federico  Dattila" userId="3fbddd6b-c98a-4780-9364-b5d8323ec50d" providerId="ADAL" clId="{28D44EF1-5DD9-422E-BE6B-DD317E356251}" dt="2024-09-24T08:25:45.096" v="57" actId="9405"/>
          <ac:inkMkLst>
            <pc:docMk/>
            <pc:sldMk cId="1142128848" sldId="256"/>
            <ac:inkMk id="12" creationId="{077A5762-5B10-175F-4DA6-83DF3C3C76B4}"/>
          </ac:inkMkLst>
        </pc:inkChg>
        <pc:inkChg chg="add del">
          <ac:chgData name="Federico  Dattila" userId="3fbddd6b-c98a-4780-9364-b5d8323ec50d" providerId="ADAL" clId="{28D44EF1-5DD9-422E-BE6B-DD317E356251}" dt="2024-09-24T08:25:49.017" v="59" actId="9405"/>
          <ac:inkMkLst>
            <pc:docMk/>
            <pc:sldMk cId="1142128848" sldId="256"/>
            <ac:inkMk id="13" creationId="{CDFF8A23-13AF-8846-4212-C2FBA03B1CB7}"/>
          </ac:inkMkLst>
        </pc:inkChg>
        <pc:inkChg chg="add del mod">
          <ac:chgData name="Federico  Dattila" userId="3fbddd6b-c98a-4780-9364-b5d8323ec50d" providerId="ADAL" clId="{28D44EF1-5DD9-422E-BE6B-DD317E356251}" dt="2024-09-24T08:26:26.100" v="63" actId="478"/>
          <ac:inkMkLst>
            <pc:docMk/>
            <pc:sldMk cId="1142128848" sldId="256"/>
            <ac:inkMk id="14" creationId="{2E51E656-3CBD-FAD7-D16E-5F261FCF843C}"/>
          </ac:inkMkLst>
        </pc:inkChg>
        <pc:inkChg chg="add del">
          <ac:chgData name="Federico  Dattila" userId="3fbddd6b-c98a-4780-9364-b5d8323ec50d" providerId="ADAL" clId="{28D44EF1-5DD9-422E-BE6B-DD317E356251}" dt="2024-09-24T08:26:28.440" v="64" actId="478"/>
          <ac:inkMkLst>
            <pc:docMk/>
            <pc:sldMk cId="1142128848" sldId="256"/>
            <ac:inkMk id="15" creationId="{20677357-BCA2-D855-A7FD-8411D93FE872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7AB02-14D2-40FF-BFE9-BDD6FC28E60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98A7B-D769-4784-853B-F5AC35F0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7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E98A7B-D769-4784-853B-F5AC35F084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32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27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08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09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7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795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7585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082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49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775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739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92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26022-F646-8F41-BB94-C745A932E3D1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9D6DC-2A31-6344-A9B6-E7D4F9D1F3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91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microsoft.com/office/2007/relationships/hdphoto" Target="../media/hdphoto5.wdp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4.png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8">
            <a:extLst>
              <a:ext uri="{FF2B5EF4-FFF2-40B4-BE49-F238E27FC236}">
                <a16:creationId xmlns:a16="http://schemas.microsoft.com/office/drawing/2014/main" id="{4E99684E-4015-577E-F2CC-13F30799D4DF}"/>
              </a:ext>
            </a:extLst>
          </p:cNvPr>
          <p:cNvSpPr txBox="1"/>
          <p:nvPr/>
        </p:nvSpPr>
        <p:spPr>
          <a:xfrm>
            <a:off x="1864522" y="4361222"/>
            <a:ext cx="2654375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9178"/>
            <a:r>
              <a:rPr lang="en-US" sz="22000" b="1" dirty="0">
                <a:solidFill>
                  <a:srgbClr val="00B0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</a:t>
            </a:r>
            <a:r>
              <a:rPr lang="en-US" sz="22000" b="1" baseline="-25000" dirty="0">
                <a:solidFill>
                  <a:srgbClr val="00B0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2</a:t>
            </a:r>
            <a:r>
              <a:rPr lang="en-US" sz="22000" dirty="0">
                <a:solidFill>
                  <a:srgbClr val="00B0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hunters!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FC802-039B-4AFC-E237-4E44226EF2F1}"/>
              </a:ext>
            </a:extLst>
          </p:cNvPr>
          <p:cNvSpPr txBox="1"/>
          <p:nvPr/>
        </p:nvSpPr>
        <p:spPr>
          <a:xfrm>
            <a:off x="-1206" y="7793928"/>
            <a:ext cx="302752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29178"/>
            <a:r>
              <a:rPr lang="en-US" sz="9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Join the fight for the energy transition!</a:t>
            </a:r>
            <a:endParaRPr lang="it-IT" sz="96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553A6E2D-5EE4-2AE8-8C5D-42EB50C824D8}"/>
              </a:ext>
            </a:extLst>
          </p:cNvPr>
          <p:cNvCxnSpPr/>
          <p:nvPr/>
        </p:nvCxnSpPr>
        <p:spPr>
          <a:xfrm flipV="1">
            <a:off x="24979" y="4289105"/>
            <a:ext cx="30276000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0495FA1C-7E0B-8152-5F33-9F0AA6DC6E3D}"/>
              </a:ext>
            </a:extLst>
          </p:cNvPr>
          <p:cNvCxnSpPr/>
          <p:nvPr/>
        </p:nvCxnSpPr>
        <p:spPr>
          <a:xfrm flipV="1">
            <a:off x="-3899" y="39920225"/>
            <a:ext cx="30276000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CuadroTexto 2">
            <a:extLst>
              <a:ext uri="{FF2B5EF4-FFF2-40B4-BE49-F238E27FC236}">
                <a16:creationId xmlns:a16="http://schemas.microsoft.com/office/drawing/2014/main" id="{DB01EEBC-106D-0BB7-F78D-A08A8AD33130}"/>
              </a:ext>
            </a:extLst>
          </p:cNvPr>
          <p:cNvSpPr txBox="1"/>
          <p:nvPr/>
        </p:nvSpPr>
        <p:spPr>
          <a:xfrm>
            <a:off x="1466040" y="21362886"/>
            <a:ext cx="16514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+1</a:t>
            </a:r>
          </a:p>
        </p:txBody>
      </p:sp>
      <p:sp>
        <p:nvSpPr>
          <p:cNvPr id="1031" name="CuadroTexto 10">
            <a:extLst>
              <a:ext uri="{FF2B5EF4-FFF2-40B4-BE49-F238E27FC236}">
                <a16:creationId xmlns:a16="http://schemas.microsoft.com/office/drawing/2014/main" id="{DE24B79F-2C1D-BB84-C35F-23E760879218}"/>
              </a:ext>
            </a:extLst>
          </p:cNvPr>
          <p:cNvSpPr txBox="1"/>
          <p:nvPr/>
        </p:nvSpPr>
        <p:spPr>
          <a:xfrm>
            <a:off x="6326620" y="28536152"/>
            <a:ext cx="16514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+4</a:t>
            </a:r>
          </a:p>
        </p:txBody>
      </p:sp>
      <p:sp>
        <p:nvSpPr>
          <p:cNvPr id="1032" name="CuadroTexto 11">
            <a:extLst>
              <a:ext uri="{FF2B5EF4-FFF2-40B4-BE49-F238E27FC236}">
                <a16:creationId xmlns:a16="http://schemas.microsoft.com/office/drawing/2014/main" id="{35EC243E-FD24-0750-4578-6DD9D847AEE5}"/>
              </a:ext>
            </a:extLst>
          </p:cNvPr>
          <p:cNvSpPr txBox="1"/>
          <p:nvPr/>
        </p:nvSpPr>
        <p:spPr>
          <a:xfrm>
            <a:off x="8415223" y="22010310"/>
            <a:ext cx="16514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+2</a:t>
            </a:r>
          </a:p>
        </p:txBody>
      </p:sp>
      <p:sp>
        <p:nvSpPr>
          <p:cNvPr id="1033" name="CuadroTexto 13">
            <a:extLst>
              <a:ext uri="{FF2B5EF4-FFF2-40B4-BE49-F238E27FC236}">
                <a16:creationId xmlns:a16="http://schemas.microsoft.com/office/drawing/2014/main" id="{7EB225BA-D7FA-EC7B-7264-79E2E1C02931}"/>
              </a:ext>
            </a:extLst>
          </p:cNvPr>
          <p:cNvSpPr txBox="1"/>
          <p:nvPr/>
        </p:nvSpPr>
        <p:spPr>
          <a:xfrm>
            <a:off x="16609891" y="29437673"/>
            <a:ext cx="16514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+6</a:t>
            </a:r>
          </a:p>
        </p:txBody>
      </p:sp>
      <p:sp>
        <p:nvSpPr>
          <p:cNvPr id="1034" name="CuadroTexto 14">
            <a:extLst>
              <a:ext uri="{FF2B5EF4-FFF2-40B4-BE49-F238E27FC236}">
                <a16:creationId xmlns:a16="http://schemas.microsoft.com/office/drawing/2014/main" id="{0C6162B5-6ADC-9CBF-3799-E57FF6E30377}"/>
              </a:ext>
            </a:extLst>
          </p:cNvPr>
          <p:cNvSpPr txBox="1"/>
          <p:nvPr/>
        </p:nvSpPr>
        <p:spPr>
          <a:xfrm>
            <a:off x="21954619" y="22614480"/>
            <a:ext cx="16514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+7</a:t>
            </a:r>
          </a:p>
        </p:txBody>
      </p:sp>
      <p:sp>
        <p:nvSpPr>
          <p:cNvPr id="1035" name="CuadroTexto 18">
            <a:extLst>
              <a:ext uri="{FF2B5EF4-FFF2-40B4-BE49-F238E27FC236}">
                <a16:creationId xmlns:a16="http://schemas.microsoft.com/office/drawing/2014/main" id="{7A41F5F2-254D-BEED-2E69-6ED1D76B2CB6}"/>
              </a:ext>
            </a:extLst>
          </p:cNvPr>
          <p:cNvSpPr txBox="1"/>
          <p:nvPr/>
        </p:nvSpPr>
        <p:spPr>
          <a:xfrm>
            <a:off x="8098808" y="25384362"/>
            <a:ext cx="16514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+3</a:t>
            </a:r>
          </a:p>
        </p:txBody>
      </p:sp>
      <p:sp>
        <p:nvSpPr>
          <p:cNvPr id="1036" name="CuadroTexto 20">
            <a:extLst>
              <a:ext uri="{FF2B5EF4-FFF2-40B4-BE49-F238E27FC236}">
                <a16:creationId xmlns:a16="http://schemas.microsoft.com/office/drawing/2014/main" id="{16C4F074-BD93-728C-653D-6D49264DBFAC}"/>
              </a:ext>
            </a:extLst>
          </p:cNvPr>
          <p:cNvSpPr txBox="1"/>
          <p:nvPr/>
        </p:nvSpPr>
        <p:spPr>
          <a:xfrm>
            <a:off x="10313070" y="18389355"/>
            <a:ext cx="9875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atin typeface="Biome" panose="020B0503030204020804" pitchFamily="34" charset="0"/>
                <a:cs typeface="Biome" panose="020B0503030204020804" pitchFamily="34" charset="0"/>
              </a:rPr>
              <a:t>Scores</a:t>
            </a:r>
          </a:p>
        </p:txBody>
      </p:sp>
      <p:sp>
        <p:nvSpPr>
          <p:cNvPr id="1042" name="CuadroTexto 4">
            <a:extLst>
              <a:ext uri="{FF2B5EF4-FFF2-40B4-BE49-F238E27FC236}">
                <a16:creationId xmlns:a16="http://schemas.microsoft.com/office/drawing/2014/main" id="{6FDC1B71-1697-5BF5-07F9-C78B71E5C993}"/>
              </a:ext>
            </a:extLst>
          </p:cNvPr>
          <p:cNvSpPr txBox="1"/>
          <p:nvPr/>
        </p:nvSpPr>
        <p:spPr>
          <a:xfrm>
            <a:off x="5125697" y="36314482"/>
            <a:ext cx="200457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Biome" panose="020B0503030204020804" pitchFamily="34" charset="0"/>
                <a:cs typeface="Biome" panose="020B0503030204020804" pitchFamily="34" charset="0"/>
              </a:rPr>
              <a:t>Bonus: </a:t>
            </a:r>
            <a:r>
              <a:rPr lang="en-US" sz="9600" dirty="0">
                <a:latin typeface="Biome Light" panose="020B0303030204020804" pitchFamily="34" charset="0"/>
                <a:cs typeface="Biome Light" panose="020B0303030204020804" pitchFamily="34" charset="0"/>
              </a:rPr>
              <a:t>+10 if you use the most C.</a:t>
            </a:r>
          </a:p>
          <a:p>
            <a:r>
              <a:rPr lang="en-US" sz="9600" dirty="0">
                <a:latin typeface="Biome Light" panose="020B0303030204020804" pitchFamily="34" charset="0"/>
                <a:cs typeface="Biome Light" panose="020B0303030204020804" pitchFamily="34" charset="0"/>
              </a:rPr>
              <a:t>									 +5 if you use the most H.</a:t>
            </a:r>
          </a:p>
        </p:txBody>
      </p:sp>
      <p:sp>
        <p:nvSpPr>
          <p:cNvPr id="1043" name="CuadroTexto 25">
            <a:extLst>
              <a:ext uri="{FF2B5EF4-FFF2-40B4-BE49-F238E27FC236}">
                <a16:creationId xmlns:a16="http://schemas.microsoft.com/office/drawing/2014/main" id="{2148F49E-18AD-A50C-DCA6-191530E226FE}"/>
              </a:ext>
            </a:extLst>
          </p:cNvPr>
          <p:cNvSpPr txBox="1"/>
          <p:nvPr/>
        </p:nvSpPr>
        <p:spPr>
          <a:xfrm>
            <a:off x="5951218" y="32486215"/>
            <a:ext cx="591860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dirty="0">
                <a:latin typeface="Biome" panose="020B0503030204020804" pitchFamily="34" charset="0"/>
                <a:cs typeface="Biome" panose="020B0503030204020804" pitchFamily="34" charset="0"/>
              </a:rPr>
              <a:t>formic acid</a:t>
            </a:r>
          </a:p>
          <a:p>
            <a:pPr algn="ctr"/>
            <a:r>
              <a:rPr lang="en-US" sz="8000" dirty="0">
                <a:latin typeface="Biome Light" panose="020B0303030204020804" pitchFamily="34" charset="0"/>
                <a:cs typeface="Biome Light" panose="020B0303030204020804" pitchFamily="34" charset="0"/>
              </a:rPr>
              <a:t>1 C, 2 H, 2O</a:t>
            </a:r>
          </a:p>
        </p:txBody>
      </p:sp>
      <p:sp>
        <p:nvSpPr>
          <p:cNvPr id="1044" name="CuadroTexto 26">
            <a:extLst>
              <a:ext uri="{FF2B5EF4-FFF2-40B4-BE49-F238E27FC236}">
                <a16:creationId xmlns:a16="http://schemas.microsoft.com/office/drawing/2014/main" id="{7F487F34-5DD2-B534-E323-15DB8998FA2A}"/>
              </a:ext>
            </a:extLst>
          </p:cNvPr>
          <p:cNvSpPr txBox="1"/>
          <p:nvPr/>
        </p:nvSpPr>
        <p:spPr>
          <a:xfrm>
            <a:off x="11347280" y="21735587"/>
            <a:ext cx="1070962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Biome" panose="020B0503030204020804" pitchFamily="34" charset="0"/>
                <a:cs typeface="Biome" panose="020B0503030204020804" pitchFamily="34" charset="0"/>
              </a:rPr>
              <a:t>carbon monoxide</a:t>
            </a:r>
          </a:p>
          <a:p>
            <a:pPr algn="ctr"/>
            <a:r>
              <a:rPr lang="en-US" sz="8000" dirty="0">
                <a:latin typeface="Biome Light" panose="020B0303030204020804" pitchFamily="34" charset="0"/>
                <a:cs typeface="Biome Light" panose="020B0303030204020804" pitchFamily="34" charset="0"/>
              </a:rPr>
              <a:t>1 C, 1O</a:t>
            </a:r>
          </a:p>
          <a:p>
            <a:pPr algn="ctr"/>
            <a:r>
              <a:rPr lang="en-US" sz="8000" dirty="0">
                <a:latin typeface="Biome" panose="020B0503030204020804" pitchFamily="34" charset="0"/>
                <a:cs typeface="Biome" panose="020B0503030204020804" pitchFamily="34" charset="0"/>
              </a:rPr>
              <a:t>hydrogen </a:t>
            </a:r>
          </a:p>
          <a:p>
            <a:pPr algn="ctr"/>
            <a:r>
              <a:rPr lang="en-US" sz="8000" dirty="0">
                <a:latin typeface="Biome Light" panose="020B0303030204020804" pitchFamily="34" charset="0"/>
                <a:cs typeface="Biome Light" panose="020B0303030204020804" pitchFamily="34" charset="0"/>
              </a:rPr>
              <a:t>2H</a:t>
            </a:r>
          </a:p>
        </p:txBody>
      </p:sp>
      <p:sp>
        <p:nvSpPr>
          <p:cNvPr id="1045" name="CuadroTexto 29">
            <a:extLst>
              <a:ext uri="{FF2B5EF4-FFF2-40B4-BE49-F238E27FC236}">
                <a16:creationId xmlns:a16="http://schemas.microsoft.com/office/drawing/2014/main" id="{F59B2B8C-2353-A201-7B16-C5803A3CC289}"/>
              </a:ext>
            </a:extLst>
          </p:cNvPr>
          <p:cNvSpPr txBox="1"/>
          <p:nvPr/>
        </p:nvSpPr>
        <p:spPr>
          <a:xfrm>
            <a:off x="18095424" y="32447245"/>
            <a:ext cx="575029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dirty="0">
                <a:latin typeface="Biome" panose="020B0503030204020804" pitchFamily="34" charset="0"/>
                <a:cs typeface="Biome" panose="020B0503030204020804" pitchFamily="34" charset="0"/>
              </a:rPr>
              <a:t>ethano</a:t>
            </a:r>
            <a:r>
              <a:rPr lang="en-US" sz="8000" dirty="0">
                <a:latin typeface="Biome Light" panose="020B0303030204020804" pitchFamily="34" charset="0"/>
                <a:cs typeface="Biome Light" panose="020B0303030204020804" pitchFamily="34" charset="0"/>
              </a:rPr>
              <a:t>l</a:t>
            </a:r>
          </a:p>
          <a:p>
            <a:pPr algn="ctr"/>
            <a:r>
              <a:rPr lang="en-US" sz="8000" dirty="0">
                <a:latin typeface="Biome Light" panose="020B0303030204020804" pitchFamily="34" charset="0"/>
                <a:cs typeface="Biome Light" panose="020B0303030204020804" pitchFamily="34" charset="0"/>
              </a:rPr>
              <a:t>2 C, 6 H, 1O</a:t>
            </a:r>
          </a:p>
        </p:txBody>
      </p:sp>
      <p:sp>
        <p:nvSpPr>
          <p:cNvPr id="1046" name="CuadroTexto 30">
            <a:extLst>
              <a:ext uri="{FF2B5EF4-FFF2-40B4-BE49-F238E27FC236}">
                <a16:creationId xmlns:a16="http://schemas.microsoft.com/office/drawing/2014/main" id="{12F3B2EB-0560-C007-E709-4E7056EAF0B5}"/>
              </a:ext>
            </a:extLst>
          </p:cNvPr>
          <p:cNvSpPr txBox="1"/>
          <p:nvPr/>
        </p:nvSpPr>
        <p:spPr>
          <a:xfrm>
            <a:off x="23242274" y="25380448"/>
            <a:ext cx="474360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dirty="0">
                <a:latin typeface="Biome" panose="020B0503030204020804" pitchFamily="34" charset="0"/>
                <a:cs typeface="Biome" panose="020B0503030204020804" pitchFamily="34" charset="0"/>
              </a:rPr>
              <a:t>ethylene</a:t>
            </a:r>
          </a:p>
          <a:p>
            <a:pPr algn="ctr"/>
            <a:r>
              <a:rPr lang="en-US" sz="8000" dirty="0">
                <a:latin typeface="Biome Light" panose="020B0303030204020804" pitchFamily="34" charset="0"/>
                <a:cs typeface="Biome Light" panose="020B0303030204020804" pitchFamily="34" charset="0"/>
              </a:rPr>
              <a:t>2 C, 4 H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12C13437-5CF2-3A71-FC2A-9E4EC25A4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94" b="92798" l="9877" r="89877">
                        <a14:foregroundMark x1="49383" y1="10249" x2="53580" y2="10526"/>
                        <a14:foregroundMark x1="48148" y1="90028" x2="55556" y2="92798"/>
                        <a14:foregroundMark x1="51358" y1="6094" x2="46420" y2="6094"/>
                      </a14:backgroundRemoval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3843" y="20612942"/>
            <a:ext cx="5350092" cy="4768848"/>
          </a:xfrm>
          <a:prstGeom prst="rect">
            <a:avLst/>
          </a:prstGeom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12135C31-48AC-087D-92C2-6F4C028FFA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71" b="91129" l="8098" r="91337">
                        <a14:foregroundMark x1="8286" y1="37903" x2="9416" y2="41532"/>
                        <a14:foregroundMark x1="67985" y1="10484" x2="77401" y2="6048"/>
                        <a14:foregroundMark x1="77401" y1="6048" x2="89642" y2="37903"/>
                        <a14:foregroundMark x1="89642" y1="37903" x2="90772" y2="61694"/>
                        <a14:foregroundMark x1="90772" y1="61694" x2="90395" y2="39113"/>
                        <a14:foregroundMark x1="90395" y1="39113" x2="90584" y2="65726"/>
                        <a14:foregroundMark x1="90584" y1="65726" x2="91525" y2="41129"/>
                        <a14:foregroundMark x1="91525" y1="41129" x2="89831" y2="30242"/>
                        <a14:foregroundMark x1="72128" y1="89919" x2="77966" y2="911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9318159" y="22175910"/>
            <a:ext cx="3961623" cy="1850250"/>
          </a:xfrm>
          <a:prstGeom prst="rect">
            <a:avLst/>
          </a:prstGeom>
        </p:spPr>
      </p:pic>
      <p:pic>
        <p:nvPicPr>
          <p:cNvPr id="1049" name="Picture 1048">
            <a:extLst>
              <a:ext uri="{FF2B5EF4-FFF2-40B4-BE49-F238E27FC236}">
                <a16:creationId xmlns:a16="http://schemas.microsoft.com/office/drawing/2014/main" id="{73C3EDDA-FF3E-4D06-F823-DD83AC0CB1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749" b="89668" l="9543" r="95229">
                        <a14:foregroundMark x1="9344" y1="61255" x2="9543" y2="38376"/>
                        <a14:foregroundMark x1="9543" y1="38376" x2="10537" y2="32472"/>
                        <a14:foregroundMark x1="29026" y1="9963" x2="31809" y2="9963"/>
                        <a14:foregroundMark x1="75547" y1="10332" x2="82704" y2="9225"/>
                        <a14:foregroundMark x1="90258" y1="24723" x2="93042" y2="51661"/>
                        <a14:foregroundMark x1="93042" y1="51661" x2="89662" y2="32472"/>
                        <a14:foregroundMark x1="89662" y1="32472" x2="91849" y2="59041"/>
                        <a14:foregroundMark x1="93837" y1="38007" x2="95229" y2="49446"/>
                        <a14:foregroundMark x1="78131" y1="8118" x2="76342" y2="77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0582" y="25339887"/>
            <a:ext cx="3026706" cy="1630692"/>
          </a:xfrm>
          <a:prstGeom prst="rect">
            <a:avLst/>
          </a:prstGeom>
        </p:spPr>
      </p:pic>
      <p:pic>
        <p:nvPicPr>
          <p:cNvPr id="1050" name="Picture 1049">
            <a:extLst>
              <a:ext uri="{FF2B5EF4-FFF2-40B4-BE49-F238E27FC236}">
                <a16:creationId xmlns:a16="http://schemas.microsoft.com/office/drawing/2014/main" id="{57DCA5D9-851C-731E-CB63-DD86BC54BF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561" b="89922" l="10000" r="90513">
                        <a14:foregroundMark x1="56154" y1="9819" x2="56667" y2="9819"/>
                        <a14:foregroundMark x1="90513" y1="56072" x2="90513" y2="63566"/>
                        <a14:foregroundMark x1="76667" y1="89664" x2="76923" y2="8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749355">
            <a:off x="5966509" y="27339271"/>
            <a:ext cx="6213795" cy="6165999"/>
          </a:xfrm>
          <a:prstGeom prst="rect">
            <a:avLst/>
          </a:prstGeom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B43D1E5C-6FBD-BEB9-5F8C-3A893EEC49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452" b="89904" l="9857" r="90323">
                        <a14:foregroundMark x1="20251" y1="7452" x2="9498" y2="18029"/>
                        <a14:foregroundMark x1="9498" y1="18029" x2="16129" y2="7692"/>
                        <a14:foregroundMark x1="16129" y1="7692" x2="22401" y2="8894"/>
                        <a14:foregroundMark x1="15771" y1="89663" x2="20609" y2="89663"/>
                        <a14:foregroundMark x1="82616" y1="6490" x2="90143" y2="16587"/>
                        <a14:foregroundMark x1="90143" y1="16587" x2="90323" y2="19952"/>
                        <a14:foregroundMark x1="78853" y1="89423" x2="87097" y2="899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16039" y="21062113"/>
            <a:ext cx="6213795" cy="4632507"/>
          </a:xfrm>
          <a:prstGeom prst="rect">
            <a:avLst/>
          </a:prstGeom>
        </p:spPr>
      </p:pic>
      <p:pic>
        <p:nvPicPr>
          <p:cNvPr id="1052" name="Picture 1051">
            <a:extLst>
              <a:ext uri="{FF2B5EF4-FFF2-40B4-BE49-F238E27FC236}">
                <a16:creationId xmlns:a16="http://schemas.microsoft.com/office/drawing/2014/main" id="{069A8F9B-8691-6D4B-3B59-DFE3233353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071" b="92901" l="8945" r="94097">
                        <a14:foregroundMark x1="9481" y1="38742" x2="10018" y2="37120"/>
                        <a14:foregroundMark x1="93739" y1="56592" x2="91771" y2="66531"/>
                        <a14:foregroundMark x1="91771" y1="66531" x2="89803" y2="53144"/>
                        <a14:foregroundMark x1="89803" y1="53144" x2="94633" y2="66329"/>
                        <a14:foregroundMark x1="94633" y1="66329" x2="90519" y2="74037"/>
                        <a14:foregroundMark x1="67979" y1="91075" x2="76923" y2="91886"/>
                        <a14:foregroundMark x1="76923" y1="91886" x2="64937" y2="90264"/>
                        <a14:foregroundMark x1="64937" y1="90264" x2="77281" y2="91075"/>
                        <a14:foregroundMark x1="77281" y1="91075" x2="75313" y2="93306"/>
                        <a14:foregroundMark x1="71914" y1="8722" x2="67621" y2="10345"/>
                        <a14:foregroundMark x1="43113" y1="8114" x2="49374" y2="8114"/>
                        <a14:foregroundMark x1="75313" y1="8114" x2="73166" y2="6694"/>
                        <a14:foregroundMark x1="46691" y1="5882" x2="45081" y2="50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58595" y="26855281"/>
            <a:ext cx="6417129" cy="5659470"/>
          </a:xfrm>
          <a:prstGeom prst="rect">
            <a:avLst/>
          </a:prstGeom>
        </p:spPr>
      </p:pic>
      <p:sp>
        <p:nvSpPr>
          <p:cNvPr id="1053" name="CuadroTexto 4">
            <a:extLst>
              <a:ext uri="{FF2B5EF4-FFF2-40B4-BE49-F238E27FC236}">
                <a16:creationId xmlns:a16="http://schemas.microsoft.com/office/drawing/2014/main" id="{BBACB0A5-B6A6-FC57-06DB-7C7E04496F47}"/>
              </a:ext>
            </a:extLst>
          </p:cNvPr>
          <p:cNvSpPr txBox="1"/>
          <p:nvPr/>
        </p:nvSpPr>
        <p:spPr>
          <a:xfrm>
            <a:off x="1812944" y="25382409"/>
            <a:ext cx="481413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dirty="0">
                <a:latin typeface="Biome" panose="020B0503030204020804" pitchFamily="34" charset="0"/>
                <a:cs typeface="Biome" panose="020B0503030204020804" pitchFamily="34" charset="0"/>
              </a:rPr>
              <a:t>methane</a:t>
            </a:r>
          </a:p>
          <a:p>
            <a:pPr algn="ctr"/>
            <a:r>
              <a:rPr lang="en-US" sz="8000" dirty="0">
                <a:latin typeface="Biome Light" panose="020B0303030204020804" pitchFamily="34" charset="0"/>
                <a:cs typeface="Biome Light" panose="020B0303030204020804" pitchFamily="34" charset="0"/>
              </a:rPr>
              <a:t>1 C, 4 H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1DA4796-681C-02E2-6B41-3CACED2BB13D}"/>
              </a:ext>
            </a:extLst>
          </p:cNvPr>
          <p:cNvSpPr txBox="1"/>
          <p:nvPr/>
        </p:nvSpPr>
        <p:spPr>
          <a:xfrm>
            <a:off x="883897" y="10384109"/>
            <a:ext cx="28828287" cy="649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indent="-1371600" defTabSz="829178">
              <a:lnSpc>
                <a:spcPct val="150000"/>
              </a:lnSpc>
              <a:buFont typeface="+mj-lt"/>
              <a:buAutoNum type="arabicPeriod"/>
            </a:pPr>
            <a:r>
              <a:rPr lang="en-US" sz="9600" dirty="0">
                <a:latin typeface="Biome Light" panose="020B0303030204020804" pitchFamily="34" charset="0"/>
                <a:cs typeface="Biome Light" panose="020B0303030204020804" pitchFamily="34" charset="0"/>
              </a:rPr>
              <a:t>Split into teams.</a:t>
            </a:r>
          </a:p>
          <a:p>
            <a:pPr marL="1371600" indent="-1371600" defTabSz="829178">
              <a:lnSpc>
                <a:spcPct val="150000"/>
              </a:lnSpc>
              <a:buFont typeface="+mj-lt"/>
              <a:buAutoNum type="arabicPeriod"/>
            </a:pPr>
            <a:r>
              <a:rPr lang="en-US" sz="9600" dirty="0">
                <a:latin typeface="Biome Light" panose="020B0303030204020804" pitchFamily="34" charset="0"/>
                <a:cs typeface="Biome Light" panose="020B0303030204020804" pitchFamily="34" charset="0"/>
              </a:rPr>
              <a:t>You have 10 minutes to convert CO</a:t>
            </a:r>
            <a:r>
              <a:rPr lang="en-US" sz="9600" baseline="-25000" dirty="0">
                <a:latin typeface="Biome Light" panose="020B0303030204020804" pitchFamily="34" charset="0"/>
                <a:cs typeface="Biome Light" panose="020B0303030204020804" pitchFamily="34" charset="0"/>
              </a:rPr>
              <a:t>2</a:t>
            </a:r>
            <a:r>
              <a:rPr lang="en-US" sz="9600" dirty="0">
                <a:latin typeface="Biome Light" panose="020B0303030204020804" pitchFamily="34" charset="0"/>
                <a:cs typeface="Biome Light" panose="020B0303030204020804" pitchFamily="34" charset="0"/>
              </a:rPr>
              <a:t>.</a:t>
            </a:r>
          </a:p>
          <a:p>
            <a:pPr marL="1371600" indent="-1371600" defTabSz="829178">
              <a:lnSpc>
                <a:spcPct val="150000"/>
              </a:lnSpc>
              <a:buFont typeface="+mj-lt"/>
              <a:buAutoNum type="arabicPeriod"/>
            </a:pPr>
            <a:r>
              <a:rPr lang="en-US" sz="9600" dirty="0">
                <a:latin typeface="Biome Light" panose="020B0303030204020804" pitchFamily="34" charset="0"/>
                <a:cs typeface="Biome Light" panose="020B0303030204020804" pitchFamily="34" charset="0"/>
              </a:rPr>
              <a:t>The team with the best products wins! </a:t>
            </a:r>
            <a:endParaRPr lang="it-IT" sz="9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pic>
        <p:nvPicPr>
          <p:cNvPr id="1058" name="Picture 1057" descr="Many colorful hands reaching out&#10;&#10;Description automatically generated">
            <a:extLst>
              <a:ext uri="{FF2B5EF4-FFF2-40B4-BE49-F238E27FC236}">
                <a16:creationId xmlns:a16="http://schemas.microsoft.com/office/drawing/2014/main" id="{C06163F2-1017-2332-DE23-5770CBA3A63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12159" y="10309414"/>
            <a:ext cx="2611557" cy="2611557"/>
          </a:xfrm>
          <a:prstGeom prst="ellipse">
            <a:avLst/>
          </a:prstGeom>
        </p:spPr>
      </p:pic>
      <p:pic>
        <p:nvPicPr>
          <p:cNvPr id="1060" name="Picture 1059" descr="A sand clock with wooden sticks&#10;&#10;Description automatically generated">
            <a:extLst>
              <a:ext uri="{FF2B5EF4-FFF2-40B4-BE49-F238E27FC236}">
                <a16:creationId xmlns:a16="http://schemas.microsoft.com/office/drawing/2014/main" id="{774A6143-D59B-DEE9-7BD1-9F0492BF763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715026" y="12494205"/>
            <a:ext cx="1798099" cy="2540361"/>
          </a:xfrm>
          <a:prstGeom prst="rect">
            <a:avLst/>
          </a:prstGeom>
        </p:spPr>
      </p:pic>
      <p:pic>
        <p:nvPicPr>
          <p:cNvPr id="1062" name="Picture 1061" descr="A gold trophy with a number one on a wooden base&#10;&#10;Description automatically generated">
            <a:extLst>
              <a:ext uri="{FF2B5EF4-FFF2-40B4-BE49-F238E27FC236}">
                <a16:creationId xmlns:a16="http://schemas.microsoft.com/office/drawing/2014/main" id="{959A73BB-8104-7D64-C545-FBD7AFCA5C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392371" y="14362539"/>
            <a:ext cx="3465052" cy="3465052"/>
          </a:xfrm>
          <a:prstGeom prst="rect">
            <a:avLst/>
          </a:prstGeom>
        </p:spPr>
      </p:pic>
      <p:pic>
        <p:nvPicPr>
          <p:cNvPr id="1063" name="Picture 1062">
            <a:extLst>
              <a:ext uri="{FF2B5EF4-FFF2-40B4-BE49-F238E27FC236}">
                <a16:creationId xmlns:a16="http://schemas.microsoft.com/office/drawing/2014/main" id="{F8E94BD9-349A-D846-5E36-D8429803B68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71" b="91129" l="8098" r="91337">
                        <a14:foregroundMark x1="8286" y1="37903" x2="9416" y2="41532"/>
                        <a14:foregroundMark x1="67985" y1="10484" x2="77401" y2="6048"/>
                        <a14:foregroundMark x1="77401" y1="6048" x2="89642" y2="37903"/>
                        <a14:foregroundMark x1="89642" y1="37903" x2="90772" y2="61694"/>
                        <a14:foregroundMark x1="90772" y1="61694" x2="90395" y2="39113"/>
                        <a14:foregroundMark x1="90395" y1="39113" x2="90584" y2="65726"/>
                        <a14:foregroundMark x1="90584" y1="65726" x2="91525" y2="41129"/>
                        <a14:foregroundMark x1="91525" y1="41129" x2="89831" y2="30242"/>
                        <a14:foregroundMark x1="72128" y1="89919" x2="77966" y2="91129"/>
                      </a14:backgroundRemoval>
                    </a14:imgEffect>
                  </a14:imgLayer>
                </a14:imgProps>
              </a:ext>
            </a:extLst>
          </a:blip>
          <a:srcRect l="53417" t="7850" r="5865" b="7762"/>
          <a:stretch/>
        </p:blipFill>
        <p:spPr>
          <a:xfrm rot="5400000">
            <a:off x="25444591" y="36259227"/>
            <a:ext cx="1613081" cy="1561366"/>
          </a:xfrm>
          <a:prstGeom prst="ellipse">
            <a:avLst/>
          </a:prstGeom>
        </p:spPr>
      </p:pic>
      <p:pic>
        <p:nvPicPr>
          <p:cNvPr id="1064" name="Picture 1063">
            <a:extLst>
              <a:ext uri="{FF2B5EF4-FFF2-40B4-BE49-F238E27FC236}">
                <a16:creationId xmlns:a16="http://schemas.microsoft.com/office/drawing/2014/main" id="{D4DC2C18-9A57-6273-ACAC-33D063F98EA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749" b="89668" l="9543" r="95229">
                        <a14:foregroundMark x1="9344" y1="61255" x2="9543" y2="38376"/>
                        <a14:foregroundMark x1="9543" y1="38376" x2="10537" y2="32472"/>
                        <a14:foregroundMark x1="29026" y1="9963" x2="31809" y2="9963"/>
                        <a14:foregroundMark x1="75547" y1="10332" x2="82704" y2="9225"/>
                        <a14:foregroundMark x1="90258" y1="24723" x2="93042" y2="51661"/>
                        <a14:foregroundMark x1="93042" y1="51661" x2="89662" y2="32472"/>
                        <a14:foregroundMark x1="89662" y1="32472" x2="91849" y2="59041"/>
                        <a14:foregroundMark x1="93837" y1="38007" x2="95229" y2="49446"/>
                        <a14:foregroundMark x1="78131" y1="8118" x2="76342" y2="7749"/>
                      </a14:backgroundRemoval>
                    </a14:imgEffect>
                  </a14:imgLayer>
                </a14:imgProps>
              </a:ext>
            </a:extLst>
          </a:blip>
          <a:srcRect l="53930" t="6170" r="2785" b="12620"/>
          <a:stretch/>
        </p:blipFill>
        <p:spPr>
          <a:xfrm>
            <a:off x="25641054" y="38009038"/>
            <a:ext cx="1310108" cy="132428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516D96-BF50-7D45-043B-8116D3DEF24E}"/>
              </a:ext>
            </a:extLst>
          </p:cNvPr>
          <p:cNvSpPr/>
          <p:nvPr/>
        </p:nvSpPr>
        <p:spPr>
          <a:xfrm>
            <a:off x="541020" y="9760774"/>
            <a:ext cx="29116082" cy="7970172"/>
          </a:xfrm>
          <a:prstGeom prst="roundRect">
            <a:avLst>
              <a:gd name="adj" fmla="val 10453"/>
            </a:avLst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541F5A-5501-2FF0-283E-B97182E2C2C3}"/>
              </a:ext>
            </a:extLst>
          </p:cNvPr>
          <p:cNvSpPr/>
          <p:nvPr/>
        </p:nvSpPr>
        <p:spPr>
          <a:xfrm>
            <a:off x="539520" y="18299852"/>
            <a:ext cx="29116082" cy="17071887"/>
          </a:xfrm>
          <a:prstGeom prst="roundRect">
            <a:avLst>
              <a:gd name="adj" fmla="val 4392"/>
            </a:avLst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AF01A6-817B-8020-447A-ECDF510468BD}"/>
              </a:ext>
            </a:extLst>
          </p:cNvPr>
          <p:cNvSpPr/>
          <p:nvPr/>
        </p:nvSpPr>
        <p:spPr>
          <a:xfrm>
            <a:off x="539520" y="35921964"/>
            <a:ext cx="29116082" cy="3689888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7E614E4-00F5-679D-4D73-72E7F81DCE3A}"/>
              </a:ext>
            </a:extLst>
          </p:cNvPr>
          <p:cNvSpPr/>
          <p:nvPr/>
        </p:nvSpPr>
        <p:spPr>
          <a:xfrm>
            <a:off x="3262313" y="22421850"/>
            <a:ext cx="1681162" cy="1643063"/>
          </a:xfrm>
          <a:custGeom>
            <a:avLst/>
            <a:gdLst>
              <a:gd name="connsiteX0" fmla="*/ 104775 w 1681162"/>
              <a:gd name="connsiteY0" fmla="*/ 1262063 h 1643063"/>
              <a:gd name="connsiteX1" fmla="*/ 28575 w 1681162"/>
              <a:gd name="connsiteY1" fmla="*/ 1223963 h 1643063"/>
              <a:gd name="connsiteX2" fmla="*/ 0 w 1681162"/>
              <a:gd name="connsiteY2" fmla="*/ 1104900 h 1643063"/>
              <a:gd name="connsiteX3" fmla="*/ 28575 w 1681162"/>
              <a:gd name="connsiteY3" fmla="*/ 1023938 h 1643063"/>
              <a:gd name="connsiteX4" fmla="*/ 47625 w 1681162"/>
              <a:gd name="connsiteY4" fmla="*/ 819150 h 1643063"/>
              <a:gd name="connsiteX5" fmla="*/ 90487 w 1681162"/>
              <a:gd name="connsiteY5" fmla="*/ 623888 h 1643063"/>
              <a:gd name="connsiteX6" fmla="*/ 185737 w 1681162"/>
              <a:gd name="connsiteY6" fmla="*/ 466725 h 1643063"/>
              <a:gd name="connsiteX7" fmla="*/ 290512 w 1681162"/>
              <a:gd name="connsiteY7" fmla="*/ 361950 h 1643063"/>
              <a:gd name="connsiteX8" fmla="*/ 423862 w 1681162"/>
              <a:gd name="connsiteY8" fmla="*/ 261938 h 1643063"/>
              <a:gd name="connsiteX9" fmla="*/ 538162 w 1681162"/>
              <a:gd name="connsiteY9" fmla="*/ 219075 h 1643063"/>
              <a:gd name="connsiteX10" fmla="*/ 633412 w 1681162"/>
              <a:gd name="connsiteY10" fmla="*/ 180975 h 1643063"/>
              <a:gd name="connsiteX11" fmla="*/ 619125 w 1681162"/>
              <a:gd name="connsiteY11" fmla="*/ 0 h 1643063"/>
              <a:gd name="connsiteX12" fmla="*/ 647700 w 1681162"/>
              <a:gd name="connsiteY12" fmla="*/ 38100 h 1643063"/>
              <a:gd name="connsiteX13" fmla="*/ 752475 w 1681162"/>
              <a:gd name="connsiteY13" fmla="*/ 42863 h 1643063"/>
              <a:gd name="connsiteX14" fmla="*/ 852487 w 1681162"/>
              <a:gd name="connsiteY14" fmla="*/ 28575 h 1643063"/>
              <a:gd name="connsiteX15" fmla="*/ 890587 w 1681162"/>
              <a:gd name="connsiteY15" fmla="*/ 9525 h 1643063"/>
              <a:gd name="connsiteX16" fmla="*/ 895350 w 1681162"/>
              <a:gd name="connsiteY16" fmla="*/ 157163 h 1643063"/>
              <a:gd name="connsiteX17" fmla="*/ 1019175 w 1681162"/>
              <a:gd name="connsiteY17" fmla="*/ 176213 h 1643063"/>
              <a:gd name="connsiteX18" fmla="*/ 1176337 w 1681162"/>
              <a:gd name="connsiteY18" fmla="*/ 228600 h 1643063"/>
              <a:gd name="connsiteX19" fmla="*/ 1314450 w 1681162"/>
              <a:gd name="connsiteY19" fmla="*/ 338138 h 1643063"/>
              <a:gd name="connsiteX20" fmla="*/ 1452562 w 1681162"/>
              <a:gd name="connsiteY20" fmla="*/ 481013 h 1643063"/>
              <a:gd name="connsiteX21" fmla="*/ 1528762 w 1681162"/>
              <a:gd name="connsiteY21" fmla="*/ 623888 h 1643063"/>
              <a:gd name="connsiteX22" fmla="*/ 1581150 w 1681162"/>
              <a:gd name="connsiteY22" fmla="*/ 809625 h 1643063"/>
              <a:gd name="connsiteX23" fmla="*/ 1600200 w 1681162"/>
              <a:gd name="connsiteY23" fmla="*/ 900113 h 1643063"/>
              <a:gd name="connsiteX24" fmla="*/ 1662112 w 1681162"/>
              <a:gd name="connsiteY24" fmla="*/ 942975 h 1643063"/>
              <a:gd name="connsiteX25" fmla="*/ 1681162 w 1681162"/>
              <a:gd name="connsiteY25" fmla="*/ 1033463 h 1643063"/>
              <a:gd name="connsiteX26" fmla="*/ 1662112 w 1681162"/>
              <a:gd name="connsiteY26" fmla="*/ 1138238 h 1643063"/>
              <a:gd name="connsiteX27" fmla="*/ 1628775 w 1681162"/>
              <a:gd name="connsiteY27" fmla="*/ 1166813 h 1643063"/>
              <a:gd name="connsiteX28" fmla="*/ 1552575 w 1681162"/>
              <a:gd name="connsiteY28" fmla="*/ 1176338 h 1643063"/>
              <a:gd name="connsiteX29" fmla="*/ 1500187 w 1681162"/>
              <a:gd name="connsiteY29" fmla="*/ 1300163 h 1643063"/>
              <a:gd name="connsiteX30" fmla="*/ 1304925 w 1681162"/>
              <a:gd name="connsiteY30" fmla="*/ 1504950 h 1643063"/>
              <a:gd name="connsiteX31" fmla="*/ 1200150 w 1681162"/>
              <a:gd name="connsiteY31" fmla="*/ 1624013 h 1643063"/>
              <a:gd name="connsiteX32" fmla="*/ 1181100 w 1681162"/>
              <a:gd name="connsiteY32" fmla="*/ 1643063 h 1643063"/>
              <a:gd name="connsiteX33" fmla="*/ 1062037 w 1681162"/>
              <a:gd name="connsiteY33" fmla="*/ 1576388 h 1643063"/>
              <a:gd name="connsiteX34" fmla="*/ 966787 w 1681162"/>
              <a:gd name="connsiteY34" fmla="*/ 1543050 h 1643063"/>
              <a:gd name="connsiteX35" fmla="*/ 962025 w 1681162"/>
              <a:gd name="connsiteY35" fmla="*/ 1447800 h 1643063"/>
              <a:gd name="connsiteX36" fmla="*/ 881062 w 1681162"/>
              <a:gd name="connsiteY36" fmla="*/ 1400175 h 1643063"/>
              <a:gd name="connsiteX37" fmla="*/ 766762 w 1681162"/>
              <a:gd name="connsiteY37" fmla="*/ 1390650 h 1643063"/>
              <a:gd name="connsiteX38" fmla="*/ 723900 w 1681162"/>
              <a:gd name="connsiteY38" fmla="*/ 1419225 h 1643063"/>
              <a:gd name="connsiteX39" fmla="*/ 676275 w 1681162"/>
              <a:gd name="connsiteY39" fmla="*/ 1466850 h 1643063"/>
              <a:gd name="connsiteX40" fmla="*/ 685800 w 1681162"/>
              <a:gd name="connsiteY40" fmla="*/ 1557338 h 1643063"/>
              <a:gd name="connsiteX41" fmla="*/ 595312 w 1681162"/>
              <a:gd name="connsiteY41" fmla="*/ 1566863 h 1643063"/>
              <a:gd name="connsiteX42" fmla="*/ 552450 w 1681162"/>
              <a:gd name="connsiteY42" fmla="*/ 1600200 h 1643063"/>
              <a:gd name="connsiteX43" fmla="*/ 509587 w 1681162"/>
              <a:gd name="connsiteY43" fmla="*/ 1633538 h 1643063"/>
              <a:gd name="connsiteX44" fmla="*/ 371475 w 1681162"/>
              <a:gd name="connsiteY44" fmla="*/ 1557338 h 1643063"/>
              <a:gd name="connsiteX45" fmla="*/ 219075 w 1681162"/>
              <a:gd name="connsiteY45" fmla="*/ 1452563 h 1643063"/>
              <a:gd name="connsiteX46" fmla="*/ 138112 w 1681162"/>
              <a:gd name="connsiteY46" fmla="*/ 1309688 h 1643063"/>
              <a:gd name="connsiteX47" fmla="*/ 104775 w 1681162"/>
              <a:gd name="connsiteY47" fmla="*/ 1262063 h 1643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681162" h="1643063">
                <a:moveTo>
                  <a:pt x="104775" y="1262063"/>
                </a:moveTo>
                <a:lnTo>
                  <a:pt x="28575" y="1223963"/>
                </a:lnTo>
                <a:lnTo>
                  <a:pt x="0" y="1104900"/>
                </a:lnTo>
                <a:lnTo>
                  <a:pt x="28575" y="1023938"/>
                </a:lnTo>
                <a:lnTo>
                  <a:pt x="47625" y="819150"/>
                </a:lnTo>
                <a:lnTo>
                  <a:pt x="90487" y="623888"/>
                </a:lnTo>
                <a:lnTo>
                  <a:pt x="185737" y="466725"/>
                </a:lnTo>
                <a:lnTo>
                  <a:pt x="290512" y="361950"/>
                </a:lnTo>
                <a:lnTo>
                  <a:pt x="423862" y="261938"/>
                </a:lnTo>
                <a:lnTo>
                  <a:pt x="538162" y="219075"/>
                </a:lnTo>
                <a:lnTo>
                  <a:pt x="633412" y="180975"/>
                </a:lnTo>
                <a:lnTo>
                  <a:pt x="619125" y="0"/>
                </a:lnTo>
                <a:lnTo>
                  <a:pt x="647700" y="38100"/>
                </a:lnTo>
                <a:lnTo>
                  <a:pt x="752475" y="42863"/>
                </a:lnTo>
                <a:lnTo>
                  <a:pt x="852487" y="28575"/>
                </a:lnTo>
                <a:lnTo>
                  <a:pt x="890587" y="9525"/>
                </a:lnTo>
                <a:lnTo>
                  <a:pt x="895350" y="157163"/>
                </a:lnTo>
                <a:lnTo>
                  <a:pt x="1019175" y="176213"/>
                </a:lnTo>
                <a:lnTo>
                  <a:pt x="1176337" y="228600"/>
                </a:lnTo>
                <a:lnTo>
                  <a:pt x="1314450" y="338138"/>
                </a:lnTo>
                <a:lnTo>
                  <a:pt x="1452562" y="481013"/>
                </a:lnTo>
                <a:lnTo>
                  <a:pt x="1528762" y="623888"/>
                </a:lnTo>
                <a:lnTo>
                  <a:pt x="1581150" y="809625"/>
                </a:lnTo>
                <a:lnTo>
                  <a:pt x="1600200" y="900113"/>
                </a:lnTo>
                <a:lnTo>
                  <a:pt x="1662112" y="942975"/>
                </a:lnTo>
                <a:lnTo>
                  <a:pt x="1681162" y="1033463"/>
                </a:lnTo>
                <a:lnTo>
                  <a:pt x="1662112" y="1138238"/>
                </a:lnTo>
                <a:lnTo>
                  <a:pt x="1628775" y="1166813"/>
                </a:lnTo>
                <a:lnTo>
                  <a:pt x="1552575" y="1176338"/>
                </a:lnTo>
                <a:lnTo>
                  <a:pt x="1500187" y="1300163"/>
                </a:lnTo>
                <a:lnTo>
                  <a:pt x="1304925" y="1504950"/>
                </a:lnTo>
                <a:lnTo>
                  <a:pt x="1200150" y="1624013"/>
                </a:lnTo>
                <a:lnTo>
                  <a:pt x="1181100" y="1643063"/>
                </a:lnTo>
                <a:lnTo>
                  <a:pt x="1062037" y="1576388"/>
                </a:lnTo>
                <a:lnTo>
                  <a:pt x="966787" y="1543050"/>
                </a:lnTo>
                <a:lnTo>
                  <a:pt x="962025" y="1447800"/>
                </a:lnTo>
                <a:lnTo>
                  <a:pt x="881062" y="1400175"/>
                </a:lnTo>
                <a:lnTo>
                  <a:pt x="766762" y="1390650"/>
                </a:lnTo>
                <a:lnTo>
                  <a:pt x="723900" y="1419225"/>
                </a:lnTo>
                <a:lnTo>
                  <a:pt x="676275" y="1466850"/>
                </a:lnTo>
                <a:lnTo>
                  <a:pt x="685800" y="1557338"/>
                </a:lnTo>
                <a:lnTo>
                  <a:pt x="595312" y="1566863"/>
                </a:lnTo>
                <a:lnTo>
                  <a:pt x="552450" y="1600200"/>
                </a:lnTo>
                <a:lnTo>
                  <a:pt x="509587" y="1633538"/>
                </a:lnTo>
                <a:lnTo>
                  <a:pt x="371475" y="1557338"/>
                </a:lnTo>
                <a:lnTo>
                  <a:pt x="219075" y="1452563"/>
                </a:lnTo>
                <a:lnTo>
                  <a:pt x="138112" y="1309688"/>
                </a:lnTo>
                <a:lnTo>
                  <a:pt x="104775" y="1262063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8DDCE20-7AEC-75BA-BA40-5EB851D34EC5}"/>
              </a:ext>
            </a:extLst>
          </p:cNvPr>
          <p:cNvSpPr/>
          <p:nvPr/>
        </p:nvSpPr>
        <p:spPr>
          <a:xfrm>
            <a:off x="10528300" y="23072725"/>
            <a:ext cx="1590675" cy="1752600"/>
          </a:xfrm>
          <a:custGeom>
            <a:avLst/>
            <a:gdLst>
              <a:gd name="connsiteX0" fmla="*/ 15875 w 1590675"/>
              <a:gd name="connsiteY0" fmla="*/ 1136650 h 1752600"/>
              <a:gd name="connsiteX1" fmla="*/ 133350 w 1590675"/>
              <a:gd name="connsiteY1" fmla="*/ 1381125 h 1752600"/>
              <a:gd name="connsiteX2" fmla="*/ 292100 w 1590675"/>
              <a:gd name="connsiteY2" fmla="*/ 1562100 h 1752600"/>
              <a:gd name="connsiteX3" fmla="*/ 536575 w 1590675"/>
              <a:gd name="connsiteY3" fmla="*/ 1701800 h 1752600"/>
              <a:gd name="connsiteX4" fmla="*/ 790575 w 1590675"/>
              <a:gd name="connsiteY4" fmla="*/ 1752600 h 1752600"/>
              <a:gd name="connsiteX5" fmla="*/ 1028700 w 1590675"/>
              <a:gd name="connsiteY5" fmla="*/ 1717675 h 1752600"/>
              <a:gd name="connsiteX6" fmla="*/ 1250950 w 1590675"/>
              <a:gd name="connsiteY6" fmla="*/ 1603375 h 1752600"/>
              <a:gd name="connsiteX7" fmla="*/ 1438275 w 1590675"/>
              <a:gd name="connsiteY7" fmla="*/ 1428750 h 1752600"/>
              <a:gd name="connsiteX8" fmla="*/ 1549400 w 1590675"/>
              <a:gd name="connsiteY8" fmla="*/ 1193800 h 1752600"/>
              <a:gd name="connsiteX9" fmla="*/ 1590675 w 1590675"/>
              <a:gd name="connsiteY9" fmla="*/ 927100 h 1752600"/>
              <a:gd name="connsiteX10" fmla="*/ 1546225 w 1590675"/>
              <a:gd name="connsiteY10" fmla="*/ 701675 h 1752600"/>
              <a:gd name="connsiteX11" fmla="*/ 1460500 w 1590675"/>
              <a:gd name="connsiteY11" fmla="*/ 511175 h 1752600"/>
              <a:gd name="connsiteX12" fmla="*/ 1260475 w 1590675"/>
              <a:gd name="connsiteY12" fmla="*/ 307975 h 1752600"/>
              <a:gd name="connsiteX13" fmla="*/ 1254125 w 1590675"/>
              <a:gd name="connsiteY13" fmla="*/ 6350 h 1752600"/>
              <a:gd name="connsiteX14" fmla="*/ 987425 w 1590675"/>
              <a:gd name="connsiteY14" fmla="*/ 0 h 1752600"/>
              <a:gd name="connsiteX15" fmla="*/ 984250 w 1590675"/>
              <a:gd name="connsiteY15" fmla="*/ 187325 h 1752600"/>
              <a:gd name="connsiteX16" fmla="*/ 927100 w 1590675"/>
              <a:gd name="connsiteY16" fmla="*/ 168275 h 1752600"/>
              <a:gd name="connsiteX17" fmla="*/ 923925 w 1590675"/>
              <a:gd name="connsiteY17" fmla="*/ 9525 h 1752600"/>
              <a:gd name="connsiteX18" fmla="*/ 660400 w 1590675"/>
              <a:gd name="connsiteY18" fmla="*/ 9525 h 1752600"/>
              <a:gd name="connsiteX19" fmla="*/ 654050 w 1590675"/>
              <a:gd name="connsiteY19" fmla="*/ 174625 h 1752600"/>
              <a:gd name="connsiteX20" fmla="*/ 600075 w 1590675"/>
              <a:gd name="connsiteY20" fmla="*/ 174625 h 1752600"/>
              <a:gd name="connsiteX21" fmla="*/ 596900 w 1590675"/>
              <a:gd name="connsiteY21" fmla="*/ 12700 h 1752600"/>
              <a:gd name="connsiteX22" fmla="*/ 323850 w 1590675"/>
              <a:gd name="connsiteY22" fmla="*/ 9525 h 1752600"/>
              <a:gd name="connsiteX23" fmla="*/ 323850 w 1590675"/>
              <a:gd name="connsiteY23" fmla="*/ 327025 h 1752600"/>
              <a:gd name="connsiteX24" fmla="*/ 165100 w 1590675"/>
              <a:gd name="connsiteY24" fmla="*/ 457200 h 1752600"/>
              <a:gd name="connsiteX25" fmla="*/ 41275 w 1590675"/>
              <a:gd name="connsiteY25" fmla="*/ 673100 h 1752600"/>
              <a:gd name="connsiteX26" fmla="*/ 0 w 1590675"/>
              <a:gd name="connsiteY26" fmla="*/ 901700 h 1752600"/>
              <a:gd name="connsiteX27" fmla="*/ 15875 w 1590675"/>
              <a:gd name="connsiteY27" fmla="*/ 113665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590675" h="1752600">
                <a:moveTo>
                  <a:pt x="15875" y="1136650"/>
                </a:moveTo>
                <a:lnTo>
                  <a:pt x="133350" y="1381125"/>
                </a:lnTo>
                <a:lnTo>
                  <a:pt x="292100" y="1562100"/>
                </a:lnTo>
                <a:lnTo>
                  <a:pt x="536575" y="1701800"/>
                </a:lnTo>
                <a:lnTo>
                  <a:pt x="790575" y="1752600"/>
                </a:lnTo>
                <a:lnTo>
                  <a:pt x="1028700" y="1717675"/>
                </a:lnTo>
                <a:lnTo>
                  <a:pt x="1250950" y="1603375"/>
                </a:lnTo>
                <a:lnTo>
                  <a:pt x="1438275" y="1428750"/>
                </a:lnTo>
                <a:lnTo>
                  <a:pt x="1549400" y="1193800"/>
                </a:lnTo>
                <a:lnTo>
                  <a:pt x="1590675" y="927100"/>
                </a:lnTo>
                <a:lnTo>
                  <a:pt x="1546225" y="701675"/>
                </a:lnTo>
                <a:lnTo>
                  <a:pt x="1460500" y="511175"/>
                </a:lnTo>
                <a:lnTo>
                  <a:pt x="1260475" y="307975"/>
                </a:lnTo>
                <a:lnTo>
                  <a:pt x="1254125" y="6350"/>
                </a:lnTo>
                <a:lnTo>
                  <a:pt x="987425" y="0"/>
                </a:lnTo>
                <a:cubicBezTo>
                  <a:pt x="986367" y="62442"/>
                  <a:pt x="985308" y="124883"/>
                  <a:pt x="984250" y="187325"/>
                </a:cubicBezTo>
                <a:lnTo>
                  <a:pt x="927100" y="168275"/>
                </a:lnTo>
                <a:cubicBezTo>
                  <a:pt x="926042" y="115358"/>
                  <a:pt x="924983" y="62442"/>
                  <a:pt x="923925" y="9525"/>
                </a:cubicBezTo>
                <a:lnTo>
                  <a:pt x="660400" y="9525"/>
                </a:lnTo>
                <a:lnTo>
                  <a:pt x="654050" y="174625"/>
                </a:lnTo>
                <a:lnTo>
                  <a:pt x="600075" y="174625"/>
                </a:lnTo>
                <a:cubicBezTo>
                  <a:pt x="599017" y="120650"/>
                  <a:pt x="597958" y="66675"/>
                  <a:pt x="596900" y="12700"/>
                </a:cubicBezTo>
                <a:lnTo>
                  <a:pt x="323850" y="9525"/>
                </a:lnTo>
                <a:lnTo>
                  <a:pt x="323850" y="327025"/>
                </a:lnTo>
                <a:lnTo>
                  <a:pt x="165100" y="457200"/>
                </a:lnTo>
                <a:lnTo>
                  <a:pt x="41275" y="673100"/>
                </a:lnTo>
                <a:lnTo>
                  <a:pt x="0" y="901700"/>
                </a:lnTo>
                <a:lnTo>
                  <a:pt x="15875" y="113665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08C5DFC-71DD-6001-2137-7070AB0F3461}"/>
              </a:ext>
            </a:extLst>
          </p:cNvPr>
          <p:cNvSpPr/>
          <p:nvPr/>
        </p:nvSpPr>
        <p:spPr>
          <a:xfrm>
            <a:off x="8007350" y="29175075"/>
            <a:ext cx="2082800" cy="1876425"/>
          </a:xfrm>
          <a:custGeom>
            <a:avLst/>
            <a:gdLst>
              <a:gd name="connsiteX0" fmla="*/ 0 w 2082800"/>
              <a:gd name="connsiteY0" fmla="*/ 1270000 h 1876425"/>
              <a:gd name="connsiteX1" fmla="*/ 168275 w 2082800"/>
              <a:gd name="connsiteY1" fmla="*/ 1447800 h 1876425"/>
              <a:gd name="connsiteX2" fmla="*/ 377825 w 2082800"/>
              <a:gd name="connsiteY2" fmla="*/ 1238250 h 1876425"/>
              <a:gd name="connsiteX3" fmla="*/ 476250 w 2082800"/>
              <a:gd name="connsiteY3" fmla="*/ 1362075 h 1876425"/>
              <a:gd name="connsiteX4" fmla="*/ 647700 w 2082800"/>
              <a:gd name="connsiteY4" fmla="*/ 1504950 h 1876425"/>
              <a:gd name="connsiteX5" fmla="*/ 409575 w 2082800"/>
              <a:gd name="connsiteY5" fmla="*/ 1704975 h 1876425"/>
              <a:gd name="connsiteX6" fmla="*/ 577850 w 2082800"/>
              <a:gd name="connsiteY6" fmla="*/ 1876425 h 1876425"/>
              <a:gd name="connsiteX7" fmla="*/ 850900 w 2082800"/>
              <a:gd name="connsiteY7" fmla="*/ 1590675 h 1876425"/>
              <a:gd name="connsiteX8" fmla="*/ 993775 w 2082800"/>
              <a:gd name="connsiteY8" fmla="*/ 1600200 h 1876425"/>
              <a:gd name="connsiteX9" fmla="*/ 1174750 w 2082800"/>
              <a:gd name="connsiteY9" fmla="*/ 1577975 h 1876425"/>
              <a:gd name="connsiteX10" fmla="*/ 1409700 w 2082800"/>
              <a:gd name="connsiteY10" fmla="*/ 1479550 h 1876425"/>
              <a:gd name="connsiteX11" fmla="*/ 1565275 w 2082800"/>
              <a:gd name="connsiteY11" fmla="*/ 1330325 h 1876425"/>
              <a:gd name="connsiteX12" fmla="*/ 1660525 w 2082800"/>
              <a:gd name="connsiteY12" fmla="*/ 1136650 h 1876425"/>
              <a:gd name="connsiteX13" fmla="*/ 2035175 w 2082800"/>
              <a:gd name="connsiteY13" fmla="*/ 1219200 h 1876425"/>
              <a:gd name="connsiteX14" fmla="*/ 2082800 w 2082800"/>
              <a:gd name="connsiteY14" fmla="*/ 981075 h 1876425"/>
              <a:gd name="connsiteX15" fmla="*/ 1695450 w 2082800"/>
              <a:gd name="connsiteY15" fmla="*/ 901700 h 1876425"/>
              <a:gd name="connsiteX16" fmla="*/ 1673225 w 2082800"/>
              <a:gd name="connsiteY16" fmla="*/ 673100 h 1876425"/>
              <a:gd name="connsiteX17" fmla="*/ 1571625 w 2082800"/>
              <a:gd name="connsiteY17" fmla="*/ 466725 h 1876425"/>
              <a:gd name="connsiteX18" fmla="*/ 1425575 w 2082800"/>
              <a:gd name="connsiteY18" fmla="*/ 323850 h 1876425"/>
              <a:gd name="connsiteX19" fmla="*/ 1190625 w 2082800"/>
              <a:gd name="connsiteY19" fmla="*/ 219075 h 1876425"/>
              <a:gd name="connsiteX20" fmla="*/ 1016000 w 2082800"/>
              <a:gd name="connsiteY20" fmla="*/ 190500 h 1876425"/>
              <a:gd name="connsiteX21" fmla="*/ 977900 w 2082800"/>
              <a:gd name="connsiteY21" fmla="*/ 0 h 1876425"/>
              <a:gd name="connsiteX22" fmla="*/ 876300 w 2082800"/>
              <a:gd name="connsiteY22" fmla="*/ 28575 h 1876425"/>
              <a:gd name="connsiteX23" fmla="*/ 720725 w 2082800"/>
              <a:gd name="connsiteY23" fmla="*/ 34925 h 1876425"/>
              <a:gd name="connsiteX24" fmla="*/ 771525 w 2082800"/>
              <a:gd name="connsiteY24" fmla="*/ 219075 h 1876425"/>
              <a:gd name="connsiteX25" fmla="*/ 584200 w 2082800"/>
              <a:gd name="connsiteY25" fmla="*/ 307975 h 1876425"/>
              <a:gd name="connsiteX26" fmla="*/ 457200 w 2082800"/>
              <a:gd name="connsiteY26" fmla="*/ 434975 h 1876425"/>
              <a:gd name="connsiteX27" fmla="*/ 349250 w 2082800"/>
              <a:gd name="connsiteY27" fmla="*/ 609600 h 1876425"/>
              <a:gd name="connsiteX28" fmla="*/ 298450 w 2082800"/>
              <a:gd name="connsiteY28" fmla="*/ 812800 h 1876425"/>
              <a:gd name="connsiteX29" fmla="*/ 298450 w 2082800"/>
              <a:gd name="connsiteY29" fmla="*/ 993775 h 1876425"/>
              <a:gd name="connsiteX30" fmla="*/ 0 w 2082800"/>
              <a:gd name="connsiteY30" fmla="*/ 1270000 h 187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082800" h="1876425">
                <a:moveTo>
                  <a:pt x="0" y="1270000"/>
                </a:moveTo>
                <a:lnTo>
                  <a:pt x="168275" y="1447800"/>
                </a:lnTo>
                <a:lnTo>
                  <a:pt x="377825" y="1238250"/>
                </a:lnTo>
                <a:lnTo>
                  <a:pt x="476250" y="1362075"/>
                </a:lnTo>
                <a:lnTo>
                  <a:pt x="647700" y="1504950"/>
                </a:lnTo>
                <a:lnTo>
                  <a:pt x="409575" y="1704975"/>
                </a:lnTo>
                <a:lnTo>
                  <a:pt x="577850" y="1876425"/>
                </a:lnTo>
                <a:lnTo>
                  <a:pt x="850900" y="1590675"/>
                </a:lnTo>
                <a:lnTo>
                  <a:pt x="993775" y="1600200"/>
                </a:lnTo>
                <a:lnTo>
                  <a:pt x="1174750" y="1577975"/>
                </a:lnTo>
                <a:lnTo>
                  <a:pt x="1409700" y="1479550"/>
                </a:lnTo>
                <a:lnTo>
                  <a:pt x="1565275" y="1330325"/>
                </a:lnTo>
                <a:lnTo>
                  <a:pt x="1660525" y="1136650"/>
                </a:lnTo>
                <a:lnTo>
                  <a:pt x="2035175" y="1219200"/>
                </a:lnTo>
                <a:lnTo>
                  <a:pt x="2082800" y="981075"/>
                </a:lnTo>
                <a:lnTo>
                  <a:pt x="1695450" y="901700"/>
                </a:lnTo>
                <a:lnTo>
                  <a:pt x="1673225" y="673100"/>
                </a:lnTo>
                <a:lnTo>
                  <a:pt x="1571625" y="466725"/>
                </a:lnTo>
                <a:lnTo>
                  <a:pt x="1425575" y="323850"/>
                </a:lnTo>
                <a:lnTo>
                  <a:pt x="1190625" y="219075"/>
                </a:lnTo>
                <a:lnTo>
                  <a:pt x="1016000" y="190500"/>
                </a:lnTo>
                <a:lnTo>
                  <a:pt x="977900" y="0"/>
                </a:lnTo>
                <a:lnTo>
                  <a:pt x="876300" y="28575"/>
                </a:lnTo>
                <a:lnTo>
                  <a:pt x="720725" y="34925"/>
                </a:lnTo>
                <a:lnTo>
                  <a:pt x="771525" y="219075"/>
                </a:lnTo>
                <a:lnTo>
                  <a:pt x="584200" y="307975"/>
                </a:lnTo>
                <a:lnTo>
                  <a:pt x="457200" y="434975"/>
                </a:lnTo>
                <a:lnTo>
                  <a:pt x="349250" y="609600"/>
                </a:lnTo>
                <a:lnTo>
                  <a:pt x="298450" y="812800"/>
                </a:lnTo>
                <a:lnTo>
                  <a:pt x="298450" y="993775"/>
                </a:lnTo>
                <a:lnTo>
                  <a:pt x="0" y="12700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A06B3BD-5222-5E9E-7905-FDC76D1FE990}"/>
              </a:ext>
            </a:extLst>
          </p:cNvPr>
          <p:cNvSpPr/>
          <p:nvPr/>
        </p:nvSpPr>
        <p:spPr>
          <a:xfrm>
            <a:off x="18949988" y="28089225"/>
            <a:ext cx="3243262" cy="2828925"/>
          </a:xfrm>
          <a:custGeom>
            <a:avLst/>
            <a:gdLst>
              <a:gd name="connsiteX0" fmla="*/ 342900 w 3243262"/>
              <a:gd name="connsiteY0" fmla="*/ 2747963 h 2828925"/>
              <a:gd name="connsiteX1" fmla="*/ 290512 w 3243262"/>
              <a:gd name="connsiteY1" fmla="*/ 2652713 h 2828925"/>
              <a:gd name="connsiteX2" fmla="*/ 157162 w 3243262"/>
              <a:gd name="connsiteY2" fmla="*/ 2595563 h 2828925"/>
              <a:gd name="connsiteX3" fmla="*/ 166687 w 3243262"/>
              <a:gd name="connsiteY3" fmla="*/ 2562225 h 2828925"/>
              <a:gd name="connsiteX4" fmla="*/ 42862 w 3243262"/>
              <a:gd name="connsiteY4" fmla="*/ 2366963 h 2828925"/>
              <a:gd name="connsiteX5" fmla="*/ 0 w 3243262"/>
              <a:gd name="connsiteY5" fmla="*/ 2071688 h 2828925"/>
              <a:gd name="connsiteX6" fmla="*/ 33337 w 3243262"/>
              <a:gd name="connsiteY6" fmla="*/ 1885950 h 2828925"/>
              <a:gd name="connsiteX7" fmla="*/ 128587 w 3243262"/>
              <a:gd name="connsiteY7" fmla="*/ 1719263 h 2828925"/>
              <a:gd name="connsiteX8" fmla="*/ 71437 w 3243262"/>
              <a:gd name="connsiteY8" fmla="*/ 1647825 h 2828925"/>
              <a:gd name="connsiteX9" fmla="*/ 114300 w 3243262"/>
              <a:gd name="connsiteY9" fmla="*/ 1552575 h 2828925"/>
              <a:gd name="connsiteX10" fmla="*/ 204787 w 3243262"/>
              <a:gd name="connsiteY10" fmla="*/ 1495425 h 2828925"/>
              <a:gd name="connsiteX11" fmla="*/ 271462 w 3243262"/>
              <a:gd name="connsiteY11" fmla="*/ 1543050 h 2828925"/>
              <a:gd name="connsiteX12" fmla="*/ 447675 w 3243262"/>
              <a:gd name="connsiteY12" fmla="*/ 1457325 h 2828925"/>
              <a:gd name="connsiteX13" fmla="*/ 762000 w 3243262"/>
              <a:gd name="connsiteY13" fmla="*/ 1400175 h 2828925"/>
              <a:gd name="connsiteX14" fmla="*/ 1000125 w 3243262"/>
              <a:gd name="connsiteY14" fmla="*/ 1447800 h 2828925"/>
              <a:gd name="connsiteX15" fmla="*/ 1157287 w 3243262"/>
              <a:gd name="connsiteY15" fmla="*/ 1576388 h 2828925"/>
              <a:gd name="connsiteX16" fmla="*/ 1685925 w 3243262"/>
              <a:gd name="connsiteY16" fmla="*/ 1152525 h 2828925"/>
              <a:gd name="connsiteX17" fmla="*/ 1614487 w 3243262"/>
              <a:gd name="connsiteY17" fmla="*/ 981075 h 2828925"/>
              <a:gd name="connsiteX18" fmla="*/ 1590675 w 3243262"/>
              <a:gd name="connsiteY18" fmla="*/ 747713 h 2828925"/>
              <a:gd name="connsiteX19" fmla="*/ 1604962 w 3243262"/>
              <a:gd name="connsiteY19" fmla="*/ 561975 h 2828925"/>
              <a:gd name="connsiteX20" fmla="*/ 1704975 w 3243262"/>
              <a:gd name="connsiteY20" fmla="*/ 333375 h 2828925"/>
              <a:gd name="connsiteX21" fmla="*/ 1766887 w 3243262"/>
              <a:gd name="connsiteY21" fmla="*/ 266700 h 2828925"/>
              <a:gd name="connsiteX22" fmla="*/ 1847850 w 3243262"/>
              <a:gd name="connsiteY22" fmla="*/ 352425 h 2828925"/>
              <a:gd name="connsiteX23" fmla="*/ 1971675 w 3243262"/>
              <a:gd name="connsiteY23" fmla="*/ 309563 h 2828925"/>
              <a:gd name="connsiteX24" fmla="*/ 2033587 w 3243262"/>
              <a:gd name="connsiteY24" fmla="*/ 214313 h 2828925"/>
              <a:gd name="connsiteX25" fmla="*/ 2043112 w 3243262"/>
              <a:gd name="connsiteY25" fmla="*/ 171450 h 2828925"/>
              <a:gd name="connsiteX26" fmla="*/ 1985962 w 3243262"/>
              <a:gd name="connsiteY26" fmla="*/ 100013 h 2828925"/>
              <a:gd name="connsiteX27" fmla="*/ 2109787 w 3243262"/>
              <a:gd name="connsiteY27" fmla="*/ 28575 h 2828925"/>
              <a:gd name="connsiteX28" fmla="*/ 2228850 w 3243262"/>
              <a:gd name="connsiteY28" fmla="*/ 9525 h 2828925"/>
              <a:gd name="connsiteX29" fmla="*/ 2481262 w 3243262"/>
              <a:gd name="connsiteY29" fmla="*/ 0 h 2828925"/>
              <a:gd name="connsiteX30" fmla="*/ 2595562 w 3243262"/>
              <a:gd name="connsiteY30" fmla="*/ 38100 h 2828925"/>
              <a:gd name="connsiteX31" fmla="*/ 2709862 w 3243262"/>
              <a:gd name="connsiteY31" fmla="*/ 100013 h 2828925"/>
              <a:gd name="connsiteX32" fmla="*/ 2795587 w 3243262"/>
              <a:gd name="connsiteY32" fmla="*/ 114300 h 2828925"/>
              <a:gd name="connsiteX33" fmla="*/ 2881312 w 3243262"/>
              <a:gd name="connsiteY33" fmla="*/ 180975 h 2828925"/>
              <a:gd name="connsiteX34" fmla="*/ 2914650 w 3243262"/>
              <a:gd name="connsiteY34" fmla="*/ 223838 h 2828925"/>
              <a:gd name="connsiteX35" fmla="*/ 2971800 w 3243262"/>
              <a:gd name="connsiteY35" fmla="*/ 357188 h 2828925"/>
              <a:gd name="connsiteX36" fmla="*/ 3057525 w 3243262"/>
              <a:gd name="connsiteY36" fmla="*/ 495300 h 2828925"/>
              <a:gd name="connsiteX37" fmla="*/ 3095625 w 3243262"/>
              <a:gd name="connsiteY37" fmla="*/ 690563 h 2828925"/>
              <a:gd name="connsiteX38" fmla="*/ 3095625 w 3243262"/>
              <a:gd name="connsiteY38" fmla="*/ 876300 h 2828925"/>
              <a:gd name="connsiteX39" fmla="*/ 3057525 w 3243262"/>
              <a:gd name="connsiteY39" fmla="*/ 1038225 h 2828925"/>
              <a:gd name="connsiteX40" fmla="*/ 2995612 w 3243262"/>
              <a:gd name="connsiteY40" fmla="*/ 1176338 h 2828925"/>
              <a:gd name="connsiteX41" fmla="*/ 3243262 w 3243262"/>
              <a:gd name="connsiteY41" fmla="*/ 1428750 h 2828925"/>
              <a:gd name="connsiteX42" fmla="*/ 3157537 w 3243262"/>
              <a:gd name="connsiteY42" fmla="*/ 1481138 h 2828925"/>
              <a:gd name="connsiteX43" fmla="*/ 3095625 w 3243262"/>
              <a:gd name="connsiteY43" fmla="*/ 1562100 h 2828925"/>
              <a:gd name="connsiteX44" fmla="*/ 3076575 w 3243262"/>
              <a:gd name="connsiteY44" fmla="*/ 1624013 h 2828925"/>
              <a:gd name="connsiteX45" fmla="*/ 2805112 w 3243262"/>
              <a:gd name="connsiteY45" fmla="*/ 1371600 h 2828925"/>
              <a:gd name="connsiteX46" fmla="*/ 2657475 w 3243262"/>
              <a:gd name="connsiteY46" fmla="*/ 1481138 h 2828925"/>
              <a:gd name="connsiteX47" fmla="*/ 2395537 w 3243262"/>
              <a:gd name="connsiteY47" fmla="*/ 1528763 h 2828925"/>
              <a:gd name="connsiteX48" fmla="*/ 2114550 w 3243262"/>
              <a:gd name="connsiteY48" fmla="*/ 1500188 h 2828925"/>
              <a:gd name="connsiteX49" fmla="*/ 1928812 w 3243262"/>
              <a:gd name="connsiteY49" fmla="*/ 1409700 h 2828925"/>
              <a:gd name="connsiteX50" fmla="*/ 1824037 w 3243262"/>
              <a:gd name="connsiteY50" fmla="*/ 1338263 h 2828925"/>
              <a:gd name="connsiteX51" fmla="*/ 1333500 w 3243262"/>
              <a:gd name="connsiteY51" fmla="*/ 1766888 h 2828925"/>
              <a:gd name="connsiteX52" fmla="*/ 1404937 w 3243262"/>
              <a:gd name="connsiteY52" fmla="*/ 1957388 h 2828925"/>
              <a:gd name="connsiteX53" fmla="*/ 1419225 w 3243262"/>
              <a:gd name="connsiteY53" fmla="*/ 2185988 h 2828925"/>
              <a:gd name="connsiteX54" fmla="*/ 1362075 w 3243262"/>
              <a:gd name="connsiteY54" fmla="*/ 2352675 h 2828925"/>
              <a:gd name="connsiteX55" fmla="*/ 1290637 w 3243262"/>
              <a:gd name="connsiteY55" fmla="*/ 2514600 h 2828925"/>
              <a:gd name="connsiteX56" fmla="*/ 1428750 w 3243262"/>
              <a:gd name="connsiteY56" fmla="*/ 2671763 h 2828925"/>
              <a:gd name="connsiteX57" fmla="*/ 1400175 w 3243262"/>
              <a:gd name="connsiteY57" fmla="*/ 2767013 h 2828925"/>
              <a:gd name="connsiteX58" fmla="*/ 1323975 w 3243262"/>
              <a:gd name="connsiteY58" fmla="*/ 2824163 h 2828925"/>
              <a:gd name="connsiteX59" fmla="*/ 1276350 w 3243262"/>
              <a:gd name="connsiteY59" fmla="*/ 2828925 h 2828925"/>
              <a:gd name="connsiteX60" fmla="*/ 1128712 w 3243262"/>
              <a:gd name="connsiteY60" fmla="*/ 2714625 h 2828925"/>
              <a:gd name="connsiteX61" fmla="*/ 1000125 w 3243262"/>
              <a:gd name="connsiteY61" fmla="*/ 2762250 h 2828925"/>
              <a:gd name="connsiteX62" fmla="*/ 809625 w 3243262"/>
              <a:gd name="connsiteY62" fmla="*/ 2819400 h 2828925"/>
              <a:gd name="connsiteX63" fmla="*/ 547687 w 3243262"/>
              <a:gd name="connsiteY63" fmla="*/ 2819400 h 2828925"/>
              <a:gd name="connsiteX64" fmla="*/ 404812 w 3243262"/>
              <a:gd name="connsiteY64" fmla="*/ 2743200 h 2828925"/>
              <a:gd name="connsiteX65" fmla="*/ 342900 w 3243262"/>
              <a:gd name="connsiteY65" fmla="*/ 2747963 h 282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243262" h="2828925">
                <a:moveTo>
                  <a:pt x="342900" y="2747963"/>
                </a:moveTo>
                <a:lnTo>
                  <a:pt x="290512" y="2652713"/>
                </a:lnTo>
                <a:lnTo>
                  <a:pt x="157162" y="2595563"/>
                </a:lnTo>
                <a:lnTo>
                  <a:pt x="166687" y="2562225"/>
                </a:lnTo>
                <a:lnTo>
                  <a:pt x="42862" y="2366963"/>
                </a:lnTo>
                <a:lnTo>
                  <a:pt x="0" y="2071688"/>
                </a:lnTo>
                <a:lnTo>
                  <a:pt x="33337" y="1885950"/>
                </a:lnTo>
                <a:lnTo>
                  <a:pt x="128587" y="1719263"/>
                </a:lnTo>
                <a:lnTo>
                  <a:pt x="71437" y="1647825"/>
                </a:lnTo>
                <a:lnTo>
                  <a:pt x="114300" y="1552575"/>
                </a:lnTo>
                <a:lnTo>
                  <a:pt x="204787" y="1495425"/>
                </a:lnTo>
                <a:lnTo>
                  <a:pt x="271462" y="1543050"/>
                </a:lnTo>
                <a:lnTo>
                  <a:pt x="447675" y="1457325"/>
                </a:lnTo>
                <a:lnTo>
                  <a:pt x="762000" y="1400175"/>
                </a:lnTo>
                <a:lnTo>
                  <a:pt x="1000125" y="1447800"/>
                </a:lnTo>
                <a:lnTo>
                  <a:pt x="1157287" y="1576388"/>
                </a:lnTo>
                <a:lnTo>
                  <a:pt x="1685925" y="1152525"/>
                </a:lnTo>
                <a:lnTo>
                  <a:pt x="1614487" y="981075"/>
                </a:lnTo>
                <a:lnTo>
                  <a:pt x="1590675" y="747713"/>
                </a:lnTo>
                <a:lnTo>
                  <a:pt x="1604962" y="561975"/>
                </a:lnTo>
                <a:lnTo>
                  <a:pt x="1704975" y="333375"/>
                </a:lnTo>
                <a:lnTo>
                  <a:pt x="1766887" y="266700"/>
                </a:lnTo>
                <a:lnTo>
                  <a:pt x="1847850" y="352425"/>
                </a:lnTo>
                <a:lnTo>
                  <a:pt x="1971675" y="309563"/>
                </a:lnTo>
                <a:lnTo>
                  <a:pt x="2033587" y="214313"/>
                </a:lnTo>
                <a:lnTo>
                  <a:pt x="2043112" y="171450"/>
                </a:lnTo>
                <a:lnTo>
                  <a:pt x="1985962" y="100013"/>
                </a:lnTo>
                <a:lnTo>
                  <a:pt x="2109787" y="28575"/>
                </a:lnTo>
                <a:lnTo>
                  <a:pt x="2228850" y="9525"/>
                </a:lnTo>
                <a:lnTo>
                  <a:pt x="2481262" y="0"/>
                </a:lnTo>
                <a:lnTo>
                  <a:pt x="2595562" y="38100"/>
                </a:lnTo>
                <a:lnTo>
                  <a:pt x="2709862" y="100013"/>
                </a:lnTo>
                <a:lnTo>
                  <a:pt x="2795587" y="114300"/>
                </a:lnTo>
                <a:lnTo>
                  <a:pt x="2881312" y="180975"/>
                </a:lnTo>
                <a:lnTo>
                  <a:pt x="2914650" y="223838"/>
                </a:lnTo>
                <a:lnTo>
                  <a:pt x="2971800" y="357188"/>
                </a:lnTo>
                <a:lnTo>
                  <a:pt x="3057525" y="495300"/>
                </a:lnTo>
                <a:lnTo>
                  <a:pt x="3095625" y="690563"/>
                </a:lnTo>
                <a:lnTo>
                  <a:pt x="3095625" y="876300"/>
                </a:lnTo>
                <a:lnTo>
                  <a:pt x="3057525" y="1038225"/>
                </a:lnTo>
                <a:lnTo>
                  <a:pt x="2995612" y="1176338"/>
                </a:lnTo>
                <a:lnTo>
                  <a:pt x="3243262" y="1428750"/>
                </a:lnTo>
                <a:lnTo>
                  <a:pt x="3157537" y="1481138"/>
                </a:lnTo>
                <a:lnTo>
                  <a:pt x="3095625" y="1562100"/>
                </a:lnTo>
                <a:lnTo>
                  <a:pt x="3076575" y="1624013"/>
                </a:lnTo>
                <a:lnTo>
                  <a:pt x="2805112" y="1371600"/>
                </a:lnTo>
                <a:lnTo>
                  <a:pt x="2657475" y="1481138"/>
                </a:lnTo>
                <a:lnTo>
                  <a:pt x="2395537" y="1528763"/>
                </a:lnTo>
                <a:lnTo>
                  <a:pt x="2114550" y="1500188"/>
                </a:lnTo>
                <a:lnTo>
                  <a:pt x="1928812" y="1409700"/>
                </a:lnTo>
                <a:lnTo>
                  <a:pt x="1824037" y="1338263"/>
                </a:lnTo>
                <a:lnTo>
                  <a:pt x="1333500" y="1766888"/>
                </a:lnTo>
                <a:lnTo>
                  <a:pt x="1404937" y="1957388"/>
                </a:lnTo>
                <a:lnTo>
                  <a:pt x="1419225" y="2185988"/>
                </a:lnTo>
                <a:lnTo>
                  <a:pt x="1362075" y="2352675"/>
                </a:lnTo>
                <a:lnTo>
                  <a:pt x="1290637" y="2514600"/>
                </a:lnTo>
                <a:lnTo>
                  <a:pt x="1428750" y="2671763"/>
                </a:lnTo>
                <a:lnTo>
                  <a:pt x="1400175" y="2767013"/>
                </a:lnTo>
                <a:lnTo>
                  <a:pt x="1323975" y="2824163"/>
                </a:lnTo>
                <a:lnTo>
                  <a:pt x="1276350" y="2828925"/>
                </a:lnTo>
                <a:lnTo>
                  <a:pt x="1128712" y="2714625"/>
                </a:lnTo>
                <a:lnTo>
                  <a:pt x="1000125" y="2762250"/>
                </a:lnTo>
                <a:lnTo>
                  <a:pt x="809625" y="2819400"/>
                </a:lnTo>
                <a:lnTo>
                  <a:pt x="547687" y="2819400"/>
                </a:lnTo>
                <a:lnTo>
                  <a:pt x="404812" y="2743200"/>
                </a:lnTo>
                <a:lnTo>
                  <a:pt x="342900" y="2747963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DAC8DC-955E-705D-6F7D-723B0D021B8A}"/>
              </a:ext>
            </a:extLst>
          </p:cNvPr>
          <p:cNvSpPr/>
          <p:nvPr/>
        </p:nvSpPr>
        <p:spPr>
          <a:xfrm>
            <a:off x="25475211" y="36233369"/>
            <a:ext cx="1561367" cy="15761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FE6790C-0810-C77C-2492-B0E451ADCB5D}"/>
              </a:ext>
            </a:extLst>
          </p:cNvPr>
          <p:cNvSpPr/>
          <p:nvPr/>
        </p:nvSpPr>
        <p:spPr>
          <a:xfrm>
            <a:off x="23820331" y="22547740"/>
            <a:ext cx="3624262" cy="1633537"/>
          </a:xfrm>
          <a:custGeom>
            <a:avLst/>
            <a:gdLst>
              <a:gd name="connsiteX0" fmla="*/ 0 w 3624262"/>
              <a:gd name="connsiteY0" fmla="*/ 904875 h 1633537"/>
              <a:gd name="connsiteX1" fmla="*/ 0 w 3624262"/>
              <a:gd name="connsiteY1" fmla="*/ 742950 h 1633537"/>
              <a:gd name="connsiteX2" fmla="*/ 71437 w 3624262"/>
              <a:gd name="connsiteY2" fmla="*/ 519112 h 1633537"/>
              <a:gd name="connsiteX3" fmla="*/ 147637 w 3624262"/>
              <a:gd name="connsiteY3" fmla="*/ 371475 h 1633537"/>
              <a:gd name="connsiteX4" fmla="*/ 252412 w 3624262"/>
              <a:gd name="connsiteY4" fmla="*/ 290512 h 1633537"/>
              <a:gd name="connsiteX5" fmla="*/ 161925 w 3624262"/>
              <a:gd name="connsiteY5" fmla="*/ 147637 h 1633537"/>
              <a:gd name="connsiteX6" fmla="*/ 185737 w 3624262"/>
              <a:gd name="connsiteY6" fmla="*/ 104775 h 1633537"/>
              <a:gd name="connsiteX7" fmla="*/ 371475 w 3624262"/>
              <a:gd name="connsiteY7" fmla="*/ 0 h 1633537"/>
              <a:gd name="connsiteX8" fmla="*/ 447675 w 3624262"/>
              <a:gd name="connsiteY8" fmla="*/ 142875 h 1633537"/>
              <a:gd name="connsiteX9" fmla="*/ 647700 w 3624262"/>
              <a:gd name="connsiteY9" fmla="*/ 100012 h 1633537"/>
              <a:gd name="connsiteX10" fmla="*/ 833437 w 3624262"/>
              <a:gd name="connsiteY10" fmla="*/ 109537 h 1633537"/>
              <a:gd name="connsiteX11" fmla="*/ 1014412 w 3624262"/>
              <a:gd name="connsiteY11" fmla="*/ 161925 h 1633537"/>
              <a:gd name="connsiteX12" fmla="*/ 1176337 w 3624262"/>
              <a:gd name="connsiteY12" fmla="*/ 257175 h 1633537"/>
              <a:gd name="connsiteX13" fmla="*/ 1304925 w 3624262"/>
              <a:gd name="connsiteY13" fmla="*/ 395287 h 1633537"/>
              <a:gd name="connsiteX14" fmla="*/ 2319337 w 3624262"/>
              <a:gd name="connsiteY14" fmla="*/ 400050 h 1633537"/>
              <a:gd name="connsiteX15" fmla="*/ 2443162 w 3624262"/>
              <a:gd name="connsiteY15" fmla="*/ 271462 h 1633537"/>
              <a:gd name="connsiteX16" fmla="*/ 2733675 w 3624262"/>
              <a:gd name="connsiteY16" fmla="*/ 119062 h 1633537"/>
              <a:gd name="connsiteX17" fmla="*/ 3076575 w 3624262"/>
              <a:gd name="connsiteY17" fmla="*/ 114300 h 1633537"/>
              <a:gd name="connsiteX18" fmla="*/ 3157537 w 3624262"/>
              <a:gd name="connsiteY18" fmla="*/ 161925 h 1633537"/>
              <a:gd name="connsiteX19" fmla="*/ 3238500 w 3624262"/>
              <a:gd name="connsiteY19" fmla="*/ 4762 h 1633537"/>
              <a:gd name="connsiteX20" fmla="*/ 3457575 w 3624262"/>
              <a:gd name="connsiteY20" fmla="*/ 138112 h 1633537"/>
              <a:gd name="connsiteX21" fmla="*/ 3352800 w 3624262"/>
              <a:gd name="connsiteY21" fmla="*/ 271462 h 1633537"/>
              <a:gd name="connsiteX22" fmla="*/ 3486150 w 3624262"/>
              <a:gd name="connsiteY22" fmla="*/ 423862 h 1633537"/>
              <a:gd name="connsiteX23" fmla="*/ 3590925 w 3624262"/>
              <a:gd name="connsiteY23" fmla="*/ 619125 h 1633537"/>
              <a:gd name="connsiteX24" fmla="*/ 3624262 w 3624262"/>
              <a:gd name="connsiteY24" fmla="*/ 809625 h 1633537"/>
              <a:gd name="connsiteX25" fmla="*/ 3600450 w 3624262"/>
              <a:gd name="connsiteY25" fmla="*/ 1019175 h 1633537"/>
              <a:gd name="connsiteX26" fmla="*/ 3514725 w 3624262"/>
              <a:gd name="connsiteY26" fmla="*/ 1195387 h 1633537"/>
              <a:gd name="connsiteX27" fmla="*/ 3362325 w 3624262"/>
              <a:gd name="connsiteY27" fmla="*/ 1371600 h 1633537"/>
              <a:gd name="connsiteX28" fmla="*/ 3443287 w 3624262"/>
              <a:gd name="connsiteY28" fmla="*/ 1509712 h 1633537"/>
              <a:gd name="connsiteX29" fmla="*/ 3371850 w 3624262"/>
              <a:gd name="connsiteY29" fmla="*/ 1585912 h 1633537"/>
              <a:gd name="connsiteX30" fmla="*/ 3233737 w 3624262"/>
              <a:gd name="connsiteY30" fmla="*/ 1633537 h 1633537"/>
              <a:gd name="connsiteX31" fmla="*/ 3152775 w 3624262"/>
              <a:gd name="connsiteY31" fmla="*/ 1504950 h 1633537"/>
              <a:gd name="connsiteX32" fmla="*/ 2943225 w 3624262"/>
              <a:gd name="connsiteY32" fmla="*/ 1547812 h 1633537"/>
              <a:gd name="connsiteX33" fmla="*/ 2667000 w 3624262"/>
              <a:gd name="connsiteY33" fmla="*/ 1514475 h 1633537"/>
              <a:gd name="connsiteX34" fmla="*/ 2433637 w 3624262"/>
              <a:gd name="connsiteY34" fmla="*/ 1390650 h 1633537"/>
              <a:gd name="connsiteX35" fmla="*/ 2305050 w 3624262"/>
              <a:gd name="connsiteY35" fmla="*/ 1238250 h 1633537"/>
              <a:gd name="connsiteX36" fmla="*/ 1905000 w 3624262"/>
              <a:gd name="connsiteY36" fmla="*/ 1247775 h 1633537"/>
              <a:gd name="connsiteX37" fmla="*/ 1304925 w 3624262"/>
              <a:gd name="connsiteY37" fmla="*/ 1233487 h 1633537"/>
              <a:gd name="connsiteX38" fmla="*/ 1166812 w 3624262"/>
              <a:gd name="connsiteY38" fmla="*/ 1343025 h 1633537"/>
              <a:gd name="connsiteX39" fmla="*/ 966787 w 3624262"/>
              <a:gd name="connsiteY39" fmla="*/ 1481137 h 1633537"/>
              <a:gd name="connsiteX40" fmla="*/ 757237 w 3624262"/>
              <a:gd name="connsiteY40" fmla="*/ 1543050 h 1633537"/>
              <a:gd name="connsiteX41" fmla="*/ 552450 w 3624262"/>
              <a:gd name="connsiteY41" fmla="*/ 1524000 h 1633537"/>
              <a:gd name="connsiteX42" fmla="*/ 442912 w 3624262"/>
              <a:gd name="connsiteY42" fmla="*/ 1495425 h 1633537"/>
              <a:gd name="connsiteX43" fmla="*/ 361950 w 3624262"/>
              <a:gd name="connsiteY43" fmla="*/ 1624012 h 1633537"/>
              <a:gd name="connsiteX44" fmla="*/ 152400 w 3624262"/>
              <a:gd name="connsiteY44" fmla="*/ 1528762 h 1633537"/>
              <a:gd name="connsiteX45" fmla="*/ 242887 w 3624262"/>
              <a:gd name="connsiteY45" fmla="*/ 1371600 h 1633537"/>
              <a:gd name="connsiteX46" fmla="*/ 128587 w 3624262"/>
              <a:gd name="connsiteY46" fmla="*/ 1238250 h 1633537"/>
              <a:gd name="connsiteX47" fmla="*/ 28575 w 3624262"/>
              <a:gd name="connsiteY47" fmla="*/ 1038225 h 1633537"/>
              <a:gd name="connsiteX48" fmla="*/ 0 w 3624262"/>
              <a:gd name="connsiteY48" fmla="*/ 904875 h 1633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624262" h="1633537">
                <a:moveTo>
                  <a:pt x="0" y="904875"/>
                </a:moveTo>
                <a:lnTo>
                  <a:pt x="0" y="742950"/>
                </a:lnTo>
                <a:lnTo>
                  <a:pt x="71437" y="519112"/>
                </a:lnTo>
                <a:lnTo>
                  <a:pt x="147637" y="371475"/>
                </a:lnTo>
                <a:lnTo>
                  <a:pt x="252412" y="290512"/>
                </a:lnTo>
                <a:lnTo>
                  <a:pt x="161925" y="147637"/>
                </a:lnTo>
                <a:lnTo>
                  <a:pt x="185737" y="104775"/>
                </a:lnTo>
                <a:lnTo>
                  <a:pt x="371475" y="0"/>
                </a:lnTo>
                <a:lnTo>
                  <a:pt x="447675" y="142875"/>
                </a:lnTo>
                <a:lnTo>
                  <a:pt x="647700" y="100012"/>
                </a:lnTo>
                <a:lnTo>
                  <a:pt x="833437" y="109537"/>
                </a:lnTo>
                <a:lnTo>
                  <a:pt x="1014412" y="161925"/>
                </a:lnTo>
                <a:lnTo>
                  <a:pt x="1176337" y="257175"/>
                </a:lnTo>
                <a:lnTo>
                  <a:pt x="1304925" y="395287"/>
                </a:lnTo>
                <a:lnTo>
                  <a:pt x="2319337" y="400050"/>
                </a:lnTo>
                <a:lnTo>
                  <a:pt x="2443162" y="271462"/>
                </a:lnTo>
                <a:lnTo>
                  <a:pt x="2733675" y="119062"/>
                </a:lnTo>
                <a:lnTo>
                  <a:pt x="3076575" y="114300"/>
                </a:lnTo>
                <a:lnTo>
                  <a:pt x="3157537" y="161925"/>
                </a:lnTo>
                <a:lnTo>
                  <a:pt x="3238500" y="4762"/>
                </a:lnTo>
                <a:lnTo>
                  <a:pt x="3457575" y="138112"/>
                </a:lnTo>
                <a:lnTo>
                  <a:pt x="3352800" y="271462"/>
                </a:lnTo>
                <a:lnTo>
                  <a:pt x="3486150" y="423862"/>
                </a:lnTo>
                <a:lnTo>
                  <a:pt x="3590925" y="619125"/>
                </a:lnTo>
                <a:lnTo>
                  <a:pt x="3624262" y="809625"/>
                </a:lnTo>
                <a:lnTo>
                  <a:pt x="3600450" y="1019175"/>
                </a:lnTo>
                <a:lnTo>
                  <a:pt x="3514725" y="1195387"/>
                </a:lnTo>
                <a:lnTo>
                  <a:pt x="3362325" y="1371600"/>
                </a:lnTo>
                <a:lnTo>
                  <a:pt x="3443287" y="1509712"/>
                </a:lnTo>
                <a:lnTo>
                  <a:pt x="3371850" y="1585912"/>
                </a:lnTo>
                <a:lnTo>
                  <a:pt x="3233737" y="1633537"/>
                </a:lnTo>
                <a:lnTo>
                  <a:pt x="3152775" y="1504950"/>
                </a:lnTo>
                <a:lnTo>
                  <a:pt x="2943225" y="1547812"/>
                </a:lnTo>
                <a:lnTo>
                  <a:pt x="2667000" y="1514475"/>
                </a:lnTo>
                <a:lnTo>
                  <a:pt x="2433637" y="1390650"/>
                </a:lnTo>
                <a:lnTo>
                  <a:pt x="2305050" y="1238250"/>
                </a:lnTo>
                <a:lnTo>
                  <a:pt x="1905000" y="1247775"/>
                </a:lnTo>
                <a:lnTo>
                  <a:pt x="1304925" y="1233487"/>
                </a:lnTo>
                <a:lnTo>
                  <a:pt x="1166812" y="1343025"/>
                </a:lnTo>
                <a:lnTo>
                  <a:pt x="966787" y="1481137"/>
                </a:lnTo>
                <a:lnTo>
                  <a:pt x="757237" y="1543050"/>
                </a:lnTo>
                <a:lnTo>
                  <a:pt x="552450" y="1524000"/>
                </a:lnTo>
                <a:lnTo>
                  <a:pt x="442912" y="1495425"/>
                </a:lnTo>
                <a:lnTo>
                  <a:pt x="361950" y="1624012"/>
                </a:lnTo>
                <a:lnTo>
                  <a:pt x="152400" y="1528762"/>
                </a:lnTo>
                <a:lnTo>
                  <a:pt x="242887" y="1371600"/>
                </a:lnTo>
                <a:lnTo>
                  <a:pt x="128587" y="1238250"/>
                </a:lnTo>
                <a:lnTo>
                  <a:pt x="28575" y="1038225"/>
                </a:lnTo>
                <a:lnTo>
                  <a:pt x="0" y="904875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36866E7-3EDA-9AF8-7285-52A18174896D}"/>
              </a:ext>
            </a:extLst>
          </p:cNvPr>
          <p:cNvSpPr/>
          <p:nvPr/>
        </p:nvSpPr>
        <p:spPr>
          <a:xfrm>
            <a:off x="24160357" y="22820570"/>
            <a:ext cx="1109338" cy="111559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278327C-101E-6069-BD20-8663D66CE2FE}"/>
              </a:ext>
            </a:extLst>
          </p:cNvPr>
          <p:cNvSpPr/>
          <p:nvPr/>
        </p:nvSpPr>
        <p:spPr>
          <a:xfrm>
            <a:off x="25958456" y="22788376"/>
            <a:ext cx="1109338" cy="111559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440627F-F305-B4EC-8C1E-756A3816E61D}"/>
              </a:ext>
            </a:extLst>
          </p:cNvPr>
          <p:cNvSpPr/>
          <p:nvPr/>
        </p:nvSpPr>
        <p:spPr>
          <a:xfrm>
            <a:off x="11491913" y="22707600"/>
            <a:ext cx="321468" cy="683419"/>
          </a:xfrm>
          <a:custGeom>
            <a:avLst/>
            <a:gdLst>
              <a:gd name="connsiteX0" fmla="*/ 2381 w 321468"/>
              <a:gd name="connsiteY0" fmla="*/ 154781 h 683419"/>
              <a:gd name="connsiteX1" fmla="*/ 104775 w 321468"/>
              <a:gd name="connsiteY1" fmla="*/ 92869 h 683419"/>
              <a:gd name="connsiteX2" fmla="*/ 264318 w 321468"/>
              <a:gd name="connsiteY2" fmla="*/ 14288 h 683419"/>
              <a:gd name="connsiteX3" fmla="*/ 304800 w 321468"/>
              <a:gd name="connsiteY3" fmla="*/ 0 h 683419"/>
              <a:gd name="connsiteX4" fmla="*/ 321468 w 321468"/>
              <a:gd name="connsiteY4" fmla="*/ 683419 h 683419"/>
              <a:gd name="connsiteX5" fmla="*/ 245268 w 321468"/>
              <a:gd name="connsiteY5" fmla="*/ 633413 h 683419"/>
              <a:gd name="connsiteX6" fmla="*/ 119062 w 321468"/>
              <a:gd name="connsiteY6" fmla="*/ 576263 h 683419"/>
              <a:gd name="connsiteX7" fmla="*/ 0 w 321468"/>
              <a:gd name="connsiteY7" fmla="*/ 535781 h 683419"/>
              <a:gd name="connsiteX8" fmla="*/ 4762 w 321468"/>
              <a:gd name="connsiteY8" fmla="*/ 328613 h 683419"/>
              <a:gd name="connsiteX9" fmla="*/ 2381 w 321468"/>
              <a:gd name="connsiteY9" fmla="*/ 154781 h 68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1468" h="683419">
                <a:moveTo>
                  <a:pt x="2381" y="154781"/>
                </a:moveTo>
                <a:lnTo>
                  <a:pt x="104775" y="92869"/>
                </a:lnTo>
                <a:lnTo>
                  <a:pt x="264318" y="14288"/>
                </a:lnTo>
                <a:lnTo>
                  <a:pt x="304800" y="0"/>
                </a:lnTo>
                <a:lnTo>
                  <a:pt x="321468" y="683419"/>
                </a:lnTo>
                <a:lnTo>
                  <a:pt x="245268" y="633413"/>
                </a:lnTo>
                <a:lnTo>
                  <a:pt x="119062" y="576263"/>
                </a:lnTo>
                <a:lnTo>
                  <a:pt x="0" y="535781"/>
                </a:lnTo>
                <a:lnTo>
                  <a:pt x="4762" y="328613"/>
                </a:lnTo>
                <a:cubicBezTo>
                  <a:pt x="3968" y="270669"/>
                  <a:pt x="3175" y="212725"/>
                  <a:pt x="2381" y="154781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F3F18B-D7A7-51DD-4432-AA0D2B3DDB4A}"/>
              </a:ext>
            </a:extLst>
          </p:cNvPr>
          <p:cNvSpPr/>
          <p:nvPr/>
        </p:nvSpPr>
        <p:spPr>
          <a:xfrm rot="10800000">
            <a:off x="10820497" y="22694504"/>
            <a:ext cx="321468" cy="683419"/>
          </a:xfrm>
          <a:custGeom>
            <a:avLst/>
            <a:gdLst>
              <a:gd name="connsiteX0" fmla="*/ 2381 w 321468"/>
              <a:gd name="connsiteY0" fmla="*/ 154781 h 683419"/>
              <a:gd name="connsiteX1" fmla="*/ 104775 w 321468"/>
              <a:gd name="connsiteY1" fmla="*/ 92869 h 683419"/>
              <a:gd name="connsiteX2" fmla="*/ 264318 w 321468"/>
              <a:gd name="connsiteY2" fmla="*/ 14288 h 683419"/>
              <a:gd name="connsiteX3" fmla="*/ 304800 w 321468"/>
              <a:gd name="connsiteY3" fmla="*/ 0 h 683419"/>
              <a:gd name="connsiteX4" fmla="*/ 321468 w 321468"/>
              <a:gd name="connsiteY4" fmla="*/ 683419 h 683419"/>
              <a:gd name="connsiteX5" fmla="*/ 245268 w 321468"/>
              <a:gd name="connsiteY5" fmla="*/ 633413 h 683419"/>
              <a:gd name="connsiteX6" fmla="*/ 119062 w 321468"/>
              <a:gd name="connsiteY6" fmla="*/ 576263 h 683419"/>
              <a:gd name="connsiteX7" fmla="*/ 0 w 321468"/>
              <a:gd name="connsiteY7" fmla="*/ 535781 h 683419"/>
              <a:gd name="connsiteX8" fmla="*/ 4762 w 321468"/>
              <a:gd name="connsiteY8" fmla="*/ 328613 h 683419"/>
              <a:gd name="connsiteX9" fmla="*/ 2381 w 321468"/>
              <a:gd name="connsiteY9" fmla="*/ 154781 h 68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1468" h="683419">
                <a:moveTo>
                  <a:pt x="2381" y="154781"/>
                </a:moveTo>
                <a:lnTo>
                  <a:pt x="104775" y="92869"/>
                </a:lnTo>
                <a:lnTo>
                  <a:pt x="264318" y="14288"/>
                </a:lnTo>
                <a:lnTo>
                  <a:pt x="304800" y="0"/>
                </a:lnTo>
                <a:lnTo>
                  <a:pt x="321468" y="683419"/>
                </a:lnTo>
                <a:lnTo>
                  <a:pt x="245268" y="633413"/>
                </a:lnTo>
                <a:lnTo>
                  <a:pt x="119062" y="576263"/>
                </a:lnTo>
                <a:lnTo>
                  <a:pt x="0" y="535781"/>
                </a:lnTo>
                <a:lnTo>
                  <a:pt x="4762" y="328613"/>
                </a:lnTo>
                <a:cubicBezTo>
                  <a:pt x="3968" y="270669"/>
                  <a:pt x="3175" y="212725"/>
                  <a:pt x="2381" y="154781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31CA29-5CF7-4D9E-F88B-F9402377F29A}"/>
              </a:ext>
            </a:extLst>
          </p:cNvPr>
          <p:cNvSpPr/>
          <p:nvPr/>
        </p:nvSpPr>
        <p:spPr>
          <a:xfrm>
            <a:off x="7607300" y="30101361"/>
            <a:ext cx="1403350" cy="1422400"/>
          </a:xfrm>
          <a:custGeom>
            <a:avLst/>
            <a:gdLst>
              <a:gd name="connsiteX0" fmla="*/ 0 w 1403350"/>
              <a:gd name="connsiteY0" fmla="*/ 657225 h 1422400"/>
              <a:gd name="connsiteX1" fmla="*/ 184150 w 1403350"/>
              <a:gd name="connsiteY1" fmla="*/ 695325 h 1422400"/>
              <a:gd name="connsiteX2" fmla="*/ 320675 w 1403350"/>
              <a:gd name="connsiteY2" fmla="*/ 765175 h 1422400"/>
              <a:gd name="connsiteX3" fmla="*/ 438150 w 1403350"/>
              <a:gd name="connsiteY3" fmla="*/ 860425 h 1422400"/>
              <a:gd name="connsiteX4" fmla="*/ 539750 w 1403350"/>
              <a:gd name="connsiteY4" fmla="*/ 974725 h 1422400"/>
              <a:gd name="connsiteX5" fmla="*/ 609600 w 1403350"/>
              <a:gd name="connsiteY5" fmla="*/ 1171575 h 1422400"/>
              <a:gd name="connsiteX6" fmla="*/ 679450 w 1403350"/>
              <a:gd name="connsiteY6" fmla="*/ 1422400 h 1422400"/>
              <a:gd name="connsiteX7" fmla="*/ 1092200 w 1403350"/>
              <a:gd name="connsiteY7" fmla="*/ 1057275 h 1422400"/>
              <a:gd name="connsiteX8" fmla="*/ 1352550 w 1403350"/>
              <a:gd name="connsiteY8" fmla="*/ 784225 h 1422400"/>
              <a:gd name="connsiteX9" fmla="*/ 1403350 w 1403350"/>
              <a:gd name="connsiteY9" fmla="*/ 720725 h 1422400"/>
              <a:gd name="connsiteX10" fmla="*/ 1314450 w 1403350"/>
              <a:gd name="connsiteY10" fmla="*/ 708025 h 1422400"/>
              <a:gd name="connsiteX11" fmla="*/ 1216025 w 1403350"/>
              <a:gd name="connsiteY11" fmla="*/ 679450 h 1422400"/>
              <a:gd name="connsiteX12" fmla="*/ 1022350 w 1403350"/>
              <a:gd name="connsiteY12" fmla="*/ 590550 h 1422400"/>
              <a:gd name="connsiteX13" fmla="*/ 889000 w 1403350"/>
              <a:gd name="connsiteY13" fmla="*/ 469900 h 1422400"/>
              <a:gd name="connsiteX14" fmla="*/ 768350 w 1403350"/>
              <a:gd name="connsiteY14" fmla="*/ 333375 h 1422400"/>
              <a:gd name="connsiteX15" fmla="*/ 727075 w 1403350"/>
              <a:gd name="connsiteY15" fmla="*/ 184150 h 1422400"/>
              <a:gd name="connsiteX16" fmla="*/ 698500 w 1403350"/>
              <a:gd name="connsiteY16" fmla="*/ 82550 h 1422400"/>
              <a:gd name="connsiteX17" fmla="*/ 676275 w 1403350"/>
              <a:gd name="connsiteY17" fmla="*/ 0 h 1422400"/>
              <a:gd name="connsiteX18" fmla="*/ 136525 w 1403350"/>
              <a:gd name="connsiteY18" fmla="*/ 400050 h 1422400"/>
              <a:gd name="connsiteX19" fmla="*/ 0 w 1403350"/>
              <a:gd name="connsiteY19" fmla="*/ 657225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3350" h="1422400">
                <a:moveTo>
                  <a:pt x="0" y="657225"/>
                </a:moveTo>
                <a:lnTo>
                  <a:pt x="184150" y="695325"/>
                </a:lnTo>
                <a:lnTo>
                  <a:pt x="320675" y="765175"/>
                </a:lnTo>
                <a:lnTo>
                  <a:pt x="438150" y="860425"/>
                </a:lnTo>
                <a:lnTo>
                  <a:pt x="539750" y="974725"/>
                </a:lnTo>
                <a:lnTo>
                  <a:pt x="609600" y="1171575"/>
                </a:lnTo>
                <a:lnTo>
                  <a:pt x="679450" y="1422400"/>
                </a:lnTo>
                <a:lnTo>
                  <a:pt x="1092200" y="1057275"/>
                </a:lnTo>
                <a:lnTo>
                  <a:pt x="1352550" y="784225"/>
                </a:lnTo>
                <a:lnTo>
                  <a:pt x="1403350" y="720725"/>
                </a:lnTo>
                <a:lnTo>
                  <a:pt x="1314450" y="708025"/>
                </a:lnTo>
                <a:lnTo>
                  <a:pt x="1216025" y="679450"/>
                </a:lnTo>
                <a:lnTo>
                  <a:pt x="1022350" y="590550"/>
                </a:lnTo>
                <a:lnTo>
                  <a:pt x="889000" y="469900"/>
                </a:lnTo>
                <a:lnTo>
                  <a:pt x="768350" y="333375"/>
                </a:lnTo>
                <a:lnTo>
                  <a:pt x="727075" y="184150"/>
                </a:lnTo>
                <a:lnTo>
                  <a:pt x="698500" y="82550"/>
                </a:lnTo>
                <a:lnTo>
                  <a:pt x="676275" y="0"/>
                </a:lnTo>
                <a:lnTo>
                  <a:pt x="136525" y="400050"/>
                </a:lnTo>
                <a:lnTo>
                  <a:pt x="0" y="65722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B122E2-076D-53B4-ED6C-2F2FCEB139E7}"/>
              </a:ext>
            </a:extLst>
          </p:cNvPr>
          <p:cNvSpPr/>
          <p:nvPr/>
        </p:nvSpPr>
        <p:spPr>
          <a:xfrm rot="13527477">
            <a:off x="8191166" y="30465874"/>
            <a:ext cx="234267" cy="61155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EE3EAC-B8EA-6A41-01B6-BE635234CA96}"/>
              </a:ext>
            </a:extLst>
          </p:cNvPr>
          <p:cNvSpPr/>
          <p:nvPr/>
        </p:nvSpPr>
        <p:spPr>
          <a:xfrm rot="13527477">
            <a:off x="8064685" y="30715736"/>
            <a:ext cx="234267" cy="364730"/>
          </a:xfrm>
          <a:prstGeom prst="rect">
            <a:avLst/>
          </a:prstGeom>
          <a:solidFill>
            <a:srgbClr val="FF2C2C"/>
          </a:solidFill>
          <a:ln>
            <a:solidFill>
              <a:srgbClr val="FF2B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2525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E0FC122-F6AE-85F1-4AFD-1E733C76E828}"/>
              </a:ext>
            </a:extLst>
          </p:cNvPr>
          <p:cNvSpPr/>
          <p:nvPr/>
        </p:nvSpPr>
        <p:spPr>
          <a:xfrm>
            <a:off x="25091231" y="22831425"/>
            <a:ext cx="1057275" cy="1019175"/>
          </a:xfrm>
          <a:custGeom>
            <a:avLst/>
            <a:gdLst>
              <a:gd name="connsiteX0" fmla="*/ 0 w 1057275"/>
              <a:gd name="connsiteY0" fmla="*/ 69056 h 1019175"/>
              <a:gd name="connsiteX1" fmla="*/ 76200 w 1057275"/>
              <a:gd name="connsiteY1" fmla="*/ 169069 h 1019175"/>
              <a:gd name="connsiteX2" fmla="*/ 138113 w 1057275"/>
              <a:gd name="connsiteY2" fmla="*/ 342900 h 1019175"/>
              <a:gd name="connsiteX3" fmla="*/ 145257 w 1057275"/>
              <a:gd name="connsiteY3" fmla="*/ 523875 h 1019175"/>
              <a:gd name="connsiteX4" fmla="*/ 152400 w 1057275"/>
              <a:gd name="connsiteY4" fmla="*/ 678656 h 1019175"/>
              <a:gd name="connsiteX5" fmla="*/ 104775 w 1057275"/>
              <a:gd name="connsiteY5" fmla="*/ 854869 h 1019175"/>
              <a:gd name="connsiteX6" fmla="*/ 30957 w 1057275"/>
              <a:gd name="connsiteY6" fmla="*/ 995363 h 1019175"/>
              <a:gd name="connsiteX7" fmla="*/ 819150 w 1057275"/>
              <a:gd name="connsiteY7" fmla="*/ 1019175 h 1019175"/>
              <a:gd name="connsiteX8" fmla="*/ 1057275 w 1057275"/>
              <a:gd name="connsiteY8" fmla="*/ 1014413 h 1019175"/>
              <a:gd name="connsiteX9" fmla="*/ 1002507 w 1057275"/>
              <a:gd name="connsiteY9" fmla="*/ 935831 h 1019175"/>
              <a:gd name="connsiteX10" fmla="*/ 947738 w 1057275"/>
              <a:gd name="connsiteY10" fmla="*/ 828675 h 1019175"/>
              <a:gd name="connsiteX11" fmla="*/ 895350 w 1057275"/>
              <a:gd name="connsiteY11" fmla="*/ 714375 h 1019175"/>
              <a:gd name="connsiteX12" fmla="*/ 873919 w 1057275"/>
              <a:gd name="connsiteY12" fmla="*/ 573881 h 1019175"/>
              <a:gd name="connsiteX13" fmla="*/ 881063 w 1057275"/>
              <a:gd name="connsiteY13" fmla="*/ 469106 h 1019175"/>
              <a:gd name="connsiteX14" fmla="*/ 885825 w 1057275"/>
              <a:gd name="connsiteY14" fmla="*/ 361950 h 1019175"/>
              <a:gd name="connsiteX15" fmla="*/ 933450 w 1057275"/>
              <a:gd name="connsiteY15" fmla="*/ 238125 h 1019175"/>
              <a:gd name="connsiteX16" fmla="*/ 1002507 w 1057275"/>
              <a:gd name="connsiteY16" fmla="*/ 152400 h 1019175"/>
              <a:gd name="connsiteX17" fmla="*/ 1031082 w 1057275"/>
              <a:gd name="connsiteY17" fmla="*/ 95250 h 1019175"/>
              <a:gd name="connsiteX18" fmla="*/ 1038225 w 1057275"/>
              <a:gd name="connsiteY18" fmla="*/ 4763 h 1019175"/>
              <a:gd name="connsiteX19" fmla="*/ 254794 w 1057275"/>
              <a:gd name="connsiteY19" fmla="*/ 0 h 1019175"/>
              <a:gd name="connsiteX20" fmla="*/ 2382 w 1057275"/>
              <a:gd name="connsiteY20" fmla="*/ 19050 h 1019175"/>
              <a:gd name="connsiteX21" fmla="*/ 0 w 1057275"/>
              <a:gd name="connsiteY21" fmla="*/ 69056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57275" h="1019175">
                <a:moveTo>
                  <a:pt x="0" y="69056"/>
                </a:moveTo>
                <a:lnTo>
                  <a:pt x="76200" y="169069"/>
                </a:lnTo>
                <a:lnTo>
                  <a:pt x="138113" y="342900"/>
                </a:lnTo>
                <a:lnTo>
                  <a:pt x="145257" y="523875"/>
                </a:lnTo>
                <a:lnTo>
                  <a:pt x="152400" y="678656"/>
                </a:lnTo>
                <a:lnTo>
                  <a:pt x="104775" y="854869"/>
                </a:lnTo>
                <a:lnTo>
                  <a:pt x="30957" y="995363"/>
                </a:lnTo>
                <a:lnTo>
                  <a:pt x="819150" y="1019175"/>
                </a:lnTo>
                <a:lnTo>
                  <a:pt x="1057275" y="1014413"/>
                </a:lnTo>
                <a:lnTo>
                  <a:pt x="1002507" y="935831"/>
                </a:lnTo>
                <a:lnTo>
                  <a:pt x="947738" y="828675"/>
                </a:lnTo>
                <a:lnTo>
                  <a:pt x="895350" y="714375"/>
                </a:lnTo>
                <a:lnTo>
                  <a:pt x="873919" y="573881"/>
                </a:lnTo>
                <a:lnTo>
                  <a:pt x="881063" y="469106"/>
                </a:lnTo>
                <a:lnTo>
                  <a:pt x="885825" y="361950"/>
                </a:lnTo>
                <a:lnTo>
                  <a:pt x="933450" y="238125"/>
                </a:lnTo>
                <a:lnTo>
                  <a:pt x="1002507" y="152400"/>
                </a:lnTo>
                <a:lnTo>
                  <a:pt x="1031082" y="95250"/>
                </a:lnTo>
                <a:lnTo>
                  <a:pt x="1038225" y="4763"/>
                </a:lnTo>
                <a:lnTo>
                  <a:pt x="254794" y="0"/>
                </a:lnTo>
                <a:lnTo>
                  <a:pt x="2382" y="19050"/>
                </a:lnTo>
                <a:lnTo>
                  <a:pt x="0" y="69056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8B6F4A-9D15-B3F5-1046-2B97D83A90B4}"/>
              </a:ext>
            </a:extLst>
          </p:cNvPr>
          <p:cNvSpPr/>
          <p:nvPr/>
        </p:nvSpPr>
        <p:spPr>
          <a:xfrm rot="16200000">
            <a:off x="25572005" y="22881643"/>
            <a:ext cx="234267" cy="9187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2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112</Words>
  <Application>Microsoft Office PowerPoint</Application>
  <PresentationFormat>Custom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Biome</vt:lpstr>
      <vt:lpstr>Biome Light</vt:lpstr>
      <vt:lpstr>Calibri</vt:lpstr>
      <vt:lpstr>Calibri Light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Nutini  Giorgia</dc:creator>
  <cp:lastModifiedBy>Federico  Dattila</cp:lastModifiedBy>
  <cp:revision>7</cp:revision>
  <dcterms:created xsi:type="dcterms:W3CDTF">2022-09-16T13:42:39Z</dcterms:created>
  <dcterms:modified xsi:type="dcterms:W3CDTF">2025-12-11T08:22:44Z</dcterms:modified>
</cp:coreProperties>
</file>