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0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pos="186" userDrawn="1">
          <p15:clr>
            <a:srgbClr val="A4A3A4"/>
          </p15:clr>
        </p15:guide>
        <p15:guide id="4" pos="6549" userDrawn="1">
          <p15:clr>
            <a:srgbClr val="A4A3A4"/>
          </p15:clr>
        </p15:guide>
        <p15:guide id="5" orient="horz" pos="4131" userDrawn="1">
          <p15:clr>
            <a:srgbClr val="A4A3A4"/>
          </p15:clr>
        </p15:guide>
        <p15:guide id="6" orient="horz" pos="34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920" y="56"/>
      </p:cViewPr>
      <p:guideLst>
        <p:guide orient="horz" pos="2030"/>
        <p:guide pos="3368"/>
        <p:guide pos="186"/>
        <p:guide pos="6549"/>
        <p:guide orient="horz" pos="4131"/>
        <p:guide orient="horz" pos="34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 Dattila" userId="3fbddd6b-c98a-4780-9364-b5d8323ec50d" providerId="ADAL" clId="{74B85A1C-3F89-447F-BB10-160DA5B5EB87}"/>
    <pc:docChg chg="modSld">
      <pc:chgData name="Federico  Dattila" userId="3fbddd6b-c98a-4780-9364-b5d8323ec50d" providerId="ADAL" clId="{74B85A1C-3F89-447F-BB10-160DA5B5EB87}" dt="2025-12-11T13:35:07.221" v="7" actId="1037"/>
      <pc:docMkLst>
        <pc:docMk/>
      </pc:docMkLst>
      <pc:sldChg chg="modSp mod">
        <pc:chgData name="Federico  Dattila" userId="3fbddd6b-c98a-4780-9364-b5d8323ec50d" providerId="ADAL" clId="{74B85A1C-3F89-447F-BB10-160DA5B5EB87}" dt="2025-12-11T13:35:07.221" v="7" actId="1037"/>
        <pc:sldMkLst>
          <pc:docMk/>
          <pc:sldMk cId="38219263" sldId="256"/>
        </pc:sldMkLst>
        <pc:spChg chg="mod">
          <ac:chgData name="Federico  Dattila" userId="3fbddd6b-c98a-4780-9364-b5d8323ec50d" providerId="ADAL" clId="{74B85A1C-3F89-447F-BB10-160DA5B5EB87}" dt="2025-12-11T13:35:07.221" v="7" actId="1037"/>
          <ac:spMkLst>
            <pc:docMk/>
            <pc:sldMk cId="38219263" sldId="256"/>
            <ac:spMk id="30" creationId="{3053E6F7-92EB-4794-C9BC-02A899A393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394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967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661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999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348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530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747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189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2915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657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677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F7C74-0196-49B0-8F82-1E39DC10B39D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29D0A-67C8-4444-BC33-CBF4747D4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028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3D32A42-092B-AA28-67AA-69595E14E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894141"/>
              </p:ext>
            </p:extLst>
          </p:nvPr>
        </p:nvGraphicFramePr>
        <p:xfrm>
          <a:off x="295275" y="450307"/>
          <a:ext cx="10220537" cy="192590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10126">
                  <a:extLst>
                    <a:ext uri="{9D8B030D-6E8A-4147-A177-3AD203B41FA5}">
                      <a16:colId xmlns:a16="http://schemas.microsoft.com/office/drawing/2014/main" val="110545795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3233034607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1706324204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3884977617"/>
                    </a:ext>
                  </a:extLst>
                </a:gridCol>
                <a:gridCol w="1290321">
                  <a:extLst>
                    <a:ext uri="{9D8B030D-6E8A-4147-A177-3AD203B41FA5}">
                      <a16:colId xmlns:a16="http://schemas.microsoft.com/office/drawing/2014/main" val="326358109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528902594"/>
                    </a:ext>
                  </a:extLst>
                </a:gridCol>
                <a:gridCol w="1033677">
                  <a:extLst>
                    <a:ext uri="{9D8B030D-6E8A-4147-A177-3AD203B41FA5}">
                      <a16:colId xmlns:a16="http://schemas.microsoft.com/office/drawing/2014/main" val="2750975200"/>
                    </a:ext>
                  </a:extLst>
                </a:gridCol>
                <a:gridCol w="832483">
                  <a:extLst>
                    <a:ext uri="{9D8B030D-6E8A-4147-A177-3AD203B41FA5}">
                      <a16:colId xmlns:a16="http://schemas.microsoft.com/office/drawing/2014/main" val="2318381813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2323401496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68763979"/>
                    </a:ext>
                  </a:extLst>
                </a:gridCol>
              </a:tblGrid>
              <a:tr h="4586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Team name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 err="1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methane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 err="1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formic</a:t>
                      </a: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 acid</a:t>
                      </a: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carbon </a:t>
                      </a:r>
                      <a:r>
                        <a:rPr lang="it-IT" sz="1400" b="0" dirty="0" err="1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monoxide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 err="1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ethanol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e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thylene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C </a:t>
                      </a:r>
                      <a:r>
                        <a:rPr lang="it-IT" sz="1400" b="0" dirty="0" err="1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left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H </a:t>
                      </a:r>
                      <a:r>
                        <a:rPr lang="it-IT" sz="1400" b="0" dirty="0" err="1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left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ea typeface="Calibri" panose="020F0502020204030204" pitchFamily="34" charset="0"/>
                          <a:cs typeface="Biome" panose="020B0503030204020804" pitchFamily="34" charset="0"/>
                        </a:rPr>
                        <a:t>TOTAL score</a:t>
                      </a:r>
                    </a:p>
                  </a:txBody>
                  <a:tcPr marL="63607" marR="63607" marT="0" marB="0" anchor="ctr"/>
                </a:tc>
                <a:extLst>
                  <a:ext uri="{0D108BD9-81ED-4DB2-BD59-A6C34878D82A}">
                    <a16:rowId xmlns:a16="http://schemas.microsoft.com/office/drawing/2014/main" val="526071534"/>
                  </a:ext>
                </a:extLst>
              </a:tr>
              <a:tr h="7336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Game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541329"/>
                  </a:ext>
                </a:extLst>
              </a:tr>
              <a:tr h="7336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Peer-review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" panose="020B0503030204020804" pitchFamily="34" charset="0"/>
                        <a:ea typeface="Calibri" panose="020F0502020204030204" pitchFamily="34" charset="0"/>
                        <a:cs typeface="Biome" panose="020B05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0" dirty="0">
                          <a:solidFill>
                            <a:schemeClr val="tx1"/>
                          </a:solidFill>
                          <a:effectLst/>
                          <a:latin typeface="Biome Light" panose="020B0303030204020804" pitchFamily="34" charset="0"/>
                          <a:cs typeface="Biome Light" panose="020B0303030204020804" pitchFamily="34" charset="0"/>
                        </a:rPr>
                        <a:t> </a:t>
                      </a:r>
                      <a:endParaRPr lang="it-IT" sz="1400" b="0" dirty="0">
                        <a:solidFill>
                          <a:schemeClr val="tx1"/>
                        </a:solidFill>
                        <a:effectLst/>
                        <a:latin typeface="Biome Light" panose="020B0303030204020804" pitchFamily="34" charset="0"/>
                        <a:ea typeface="Calibri" panose="020F0502020204030204" pitchFamily="34" charset="0"/>
                        <a:cs typeface="Biome Light" panose="020B0303030204020804" pitchFamily="34" charset="0"/>
                      </a:endParaRPr>
                    </a:p>
                  </a:txBody>
                  <a:tcPr marL="63607" marR="6360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295153"/>
                  </a:ext>
                </a:extLst>
              </a:tr>
            </a:tbl>
          </a:graphicData>
        </a:graphic>
      </p:graphicFrame>
      <p:sp>
        <p:nvSpPr>
          <p:cNvPr id="16" name="CuadroTexto 2">
            <a:extLst>
              <a:ext uri="{FF2B5EF4-FFF2-40B4-BE49-F238E27FC236}">
                <a16:creationId xmlns:a16="http://schemas.microsoft.com/office/drawing/2014/main" id="{E4D6AA2E-AE09-D78A-B21D-9AFAED500440}"/>
              </a:ext>
            </a:extLst>
          </p:cNvPr>
          <p:cNvSpPr txBox="1"/>
          <p:nvPr/>
        </p:nvSpPr>
        <p:spPr>
          <a:xfrm>
            <a:off x="581472" y="3092439"/>
            <a:ext cx="55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+1</a:t>
            </a:r>
          </a:p>
        </p:txBody>
      </p:sp>
      <p:sp>
        <p:nvSpPr>
          <p:cNvPr id="17" name="CuadroTexto 10">
            <a:extLst>
              <a:ext uri="{FF2B5EF4-FFF2-40B4-BE49-F238E27FC236}">
                <a16:creationId xmlns:a16="http://schemas.microsoft.com/office/drawing/2014/main" id="{C41D4E43-A2E0-F159-D16B-F5C23815B0F1}"/>
              </a:ext>
            </a:extLst>
          </p:cNvPr>
          <p:cNvSpPr txBox="1"/>
          <p:nvPr/>
        </p:nvSpPr>
        <p:spPr>
          <a:xfrm>
            <a:off x="2531117" y="3100572"/>
            <a:ext cx="55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+4</a:t>
            </a:r>
          </a:p>
        </p:txBody>
      </p:sp>
      <p:sp>
        <p:nvSpPr>
          <p:cNvPr id="18" name="CuadroTexto 11">
            <a:extLst>
              <a:ext uri="{FF2B5EF4-FFF2-40B4-BE49-F238E27FC236}">
                <a16:creationId xmlns:a16="http://schemas.microsoft.com/office/drawing/2014/main" id="{9D371536-7108-52E1-805B-8997B577371D}"/>
              </a:ext>
            </a:extLst>
          </p:cNvPr>
          <p:cNvSpPr txBox="1"/>
          <p:nvPr/>
        </p:nvSpPr>
        <p:spPr>
          <a:xfrm>
            <a:off x="4457246" y="3083089"/>
            <a:ext cx="55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+2</a:t>
            </a:r>
          </a:p>
        </p:txBody>
      </p:sp>
      <p:sp>
        <p:nvSpPr>
          <p:cNvPr id="19" name="CuadroTexto 13">
            <a:extLst>
              <a:ext uri="{FF2B5EF4-FFF2-40B4-BE49-F238E27FC236}">
                <a16:creationId xmlns:a16="http://schemas.microsoft.com/office/drawing/2014/main" id="{E1C4B8D9-3909-B8D6-2B9C-EAEB1B4D8FEF}"/>
              </a:ext>
            </a:extLst>
          </p:cNvPr>
          <p:cNvSpPr txBox="1"/>
          <p:nvPr/>
        </p:nvSpPr>
        <p:spPr>
          <a:xfrm>
            <a:off x="7376843" y="3082080"/>
            <a:ext cx="55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+6</a:t>
            </a:r>
          </a:p>
        </p:txBody>
      </p:sp>
      <p:sp>
        <p:nvSpPr>
          <p:cNvPr id="20" name="CuadroTexto 14">
            <a:extLst>
              <a:ext uri="{FF2B5EF4-FFF2-40B4-BE49-F238E27FC236}">
                <a16:creationId xmlns:a16="http://schemas.microsoft.com/office/drawing/2014/main" id="{9C149CEA-BBB3-D281-90EE-2FB00F14EAF1}"/>
              </a:ext>
            </a:extLst>
          </p:cNvPr>
          <p:cNvSpPr txBox="1"/>
          <p:nvPr/>
        </p:nvSpPr>
        <p:spPr>
          <a:xfrm>
            <a:off x="9288161" y="3089073"/>
            <a:ext cx="55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+7</a:t>
            </a:r>
          </a:p>
        </p:txBody>
      </p:sp>
      <p:sp>
        <p:nvSpPr>
          <p:cNvPr id="21" name="CuadroTexto 18">
            <a:extLst>
              <a:ext uri="{FF2B5EF4-FFF2-40B4-BE49-F238E27FC236}">
                <a16:creationId xmlns:a16="http://schemas.microsoft.com/office/drawing/2014/main" id="{8B6BFD16-C362-ABF2-7BB5-A0381E9F30FF}"/>
              </a:ext>
            </a:extLst>
          </p:cNvPr>
          <p:cNvSpPr txBox="1"/>
          <p:nvPr/>
        </p:nvSpPr>
        <p:spPr>
          <a:xfrm>
            <a:off x="5412183" y="3083088"/>
            <a:ext cx="55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+3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0CD050-613E-8A2E-6BEB-0DB1CDD79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94" b="92798" l="9877" r="89877">
                        <a14:foregroundMark x1="49383" y1="10249" x2="53580" y2="10526"/>
                        <a14:foregroundMark x1="48148" y1="90028" x2="55556" y2="92798"/>
                        <a14:foregroundMark x1="51358" y1="6094" x2="46420" y2="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633" y="3535658"/>
            <a:ext cx="1563327" cy="13934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22820CC-8AF3-9438-6662-19B6894CF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71" b="91129" l="8098" r="91337">
                        <a14:foregroundMark x1="8286" y1="37903" x2="9416" y2="41532"/>
                        <a14:foregroundMark x1="67985" y1="10484" x2="77401" y2="6048"/>
                        <a14:foregroundMark x1="77401" y1="6048" x2="89642" y2="37903"/>
                        <a14:foregroundMark x1="89642" y1="37903" x2="90772" y2="61694"/>
                        <a14:foregroundMark x1="90772" y1="61694" x2="90395" y2="39113"/>
                        <a14:foregroundMark x1="90395" y1="39113" x2="90584" y2="65726"/>
                        <a14:foregroundMark x1="90584" y1="65726" x2="91525" y2="41129"/>
                        <a14:foregroundMark x1="91525" y1="41129" x2="89831" y2="30242"/>
                        <a14:foregroundMark x1="72128" y1="89919" x2="77966" y2="911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4123625" y="3831976"/>
            <a:ext cx="1284333" cy="5998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DC329FD-3C5A-17B2-F8D7-A408F488FA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749" b="89668" l="9543" r="95229">
                        <a14:foregroundMark x1="9344" y1="61255" x2="9543" y2="38376"/>
                        <a14:foregroundMark x1="9543" y1="38376" x2="10537" y2="32472"/>
                        <a14:foregroundMark x1="29026" y1="9963" x2="31809" y2="9963"/>
                        <a14:foregroundMark x1="75547" y1="10332" x2="82704" y2="9225"/>
                        <a14:foregroundMark x1="90258" y1="24723" x2="93042" y2="51661"/>
                        <a14:foregroundMark x1="93042" y1="51661" x2="89662" y2="32472"/>
                        <a14:foregroundMark x1="89662" y1="32472" x2="91849" y2="59041"/>
                        <a14:foregroundMark x1="93837" y1="38007" x2="95229" y2="49446"/>
                        <a14:foregroundMark x1="78131" y1="8118" x2="76342" y2="77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24650" y="3980312"/>
            <a:ext cx="916860" cy="4939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3DB2D1-AB30-02C1-6AB1-1987490B5D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61" b="89922" l="10000" r="90513">
                        <a14:foregroundMark x1="56154" y1="9819" x2="56667" y2="9819"/>
                        <a14:foregroundMark x1="90513" y1="56072" x2="90513" y2="63566"/>
                        <a14:foregroundMark x1="76667" y1="89664" x2="76923" y2="8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17273" y="3383664"/>
            <a:ext cx="2058219" cy="20423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4D5D3AA-70D5-7BEA-EE1D-90C975445A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452" b="89904" l="9857" r="90323">
                        <a14:foregroundMark x1="20251" y1="7452" x2="9498" y2="18029"/>
                        <a14:foregroundMark x1="9498" y1="18029" x2="16129" y2="7692"/>
                        <a14:foregroundMark x1="16129" y1="7692" x2="22401" y2="8894"/>
                        <a14:foregroundMark x1="15771" y1="89663" x2="20609" y2="89663"/>
                        <a14:foregroundMark x1="82616" y1="6490" x2="90143" y2="16587"/>
                        <a14:foregroundMark x1="90143" y1="16587" x2="90323" y2="19952"/>
                        <a14:foregroundMark x1="78853" y1="89423" x2="87097" y2="899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180" y="3500996"/>
            <a:ext cx="2097632" cy="15638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F08A276-666E-F729-8BFC-85CEB8B75E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071" b="92901" l="8945" r="94097">
                        <a14:foregroundMark x1="9481" y1="38742" x2="10018" y2="37120"/>
                        <a14:foregroundMark x1="93739" y1="56592" x2="91771" y2="66531"/>
                        <a14:foregroundMark x1="91771" y1="66531" x2="89803" y2="53144"/>
                        <a14:foregroundMark x1="89803" y1="53144" x2="94633" y2="66329"/>
                        <a14:foregroundMark x1="94633" y1="66329" x2="90519" y2="74037"/>
                        <a14:foregroundMark x1="67979" y1="91075" x2="76923" y2="91886"/>
                        <a14:foregroundMark x1="76923" y1="91886" x2="64937" y2="90264"/>
                        <a14:foregroundMark x1="64937" y1="90264" x2="77281" y2="91075"/>
                        <a14:foregroundMark x1="77281" y1="91075" x2="75313" y2="93306"/>
                        <a14:foregroundMark x1="71914" y1="8722" x2="67621" y2="10345"/>
                        <a14:foregroundMark x1="43113" y1="8114" x2="49374" y2="8114"/>
                        <a14:foregroundMark x1="75313" y1="8114" x2="73166" y2="6694"/>
                        <a14:foregroundMark x1="46691" y1="5882" x2="45081" y2="50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3230" y="3452785"/>
            <a:ext cx="1903933" cy="1679139"/>
          </a:xfrm>
          <a:prstGeom prst="rect">
            <a:avLst/>
          </a:prstGeom>
        </p:spPr>
      </p:pic>
      <p:sp>
        <p:nvSpPr>
          <p:cNvPr id="28" name="CuadroTexto 20">
            <a:extLst>
              <a:ext uri="{FF2B5EF4-FFF2-40B4-BE49-F238E27FC236}">
                <a16:creationId xmlns:a16="http://schemas.microsoft.com/office/drawing/2014/main" id="{2D42DEFA-CAC7-B68C-B59D-F53CD631BD1F}"/>
              </a:ext>
            </a:extLst>
          </p:cNvPr>
          <p:cNvSpPr txBox="1"/>
          <p:nvPr/>
        </p:nvSpPr>
        <p:spPr>
          <a:xfrm>
            <a:off x="-1" y="2520866"/>
            <a:ext cx="10599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Score</a:t>
            </a:r>
            <a:endParaRPr lang="en-US" sz="12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9" name="CuadroTexto 25">
            <a:extLst>
              <a:ext uri="{FF2B5EF4-FFF2-40B4-BE49-F238E27FC236}">
                <a16:creationId xmlns:a16="http://schemas.microsoft.com/office/drawing/2014/main" id="{FA60670B-6E30-656A-1FA7-C32670C4CD37}"/>
              </a:ext>
            </a:extLst>
          </p:cNvPr>
          <p:cNvSpPr txBox="1"/>
          <p:nvPr/>
        </p:nvSpPr>
        <p:spPr>
          <a:xfrm>
            <a:off x="1868076" y="5148000"/>
            <a:ext cx="19062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formic acid</a:t>
            </a:r>
          </a:p>
          <a:p>
            <a:pPr algn="ctr"/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1 C, 2 H, 2O</a:t>
            </a:r>
          </a:p>
        </p:txBody>
      </p:sp>
      <p:sp>
        <p:nvSpPr>
          <p:cNvPr id="30" name="CuadroTexto 26">
            <a:extLst>
              <a:ext uri="{FF2B5EF4-FFF2-40B4-BE49-F238E27FC236}">
                <a16:creationId xmlns:a16="http://schemas.microsoft.com/office/drawing/2014/main" id="{3053E6F7-92EB-4794-C9BC-02A899A39339}"/>
              </a:ext>
            </a:extLst>
          </p:cNvPr>
          <p:cNvSpPr txBox="1"/>
          <p:nvPr/>
        </p:nvSpPr>
        <p:spPr>
          <a:xfrm>
            <a:off x="3367687" y="4639744"/>
            <a:ext cx="3804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carbon monoxide</a:t>
            </a:r>
          </a:p>
          <a:p>
            <a:pPr algn="ctr"/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1 C, 1O</a:t>
            </a:r>
          </a:p>
          <a:p>
            <a:pPr algn="ctr"/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hydrogen</a:t>
            </a:r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</a:p>
          <a:p>
            <a:pPr algn="ctr"/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2H</a:t>
            </a:r>
          </a:p>
        </p:txBody>
      </p:sp>
      <p:sp>
        <p:nvSpPr>
          <p:cNvPr id="31" name="CuadroTexto 29">
            <a:extLst>
              <a:ext uri="{FF2B5EF4-FFF2-40B4-BE49-F238E27FC236}">
                <a16:creationId xmlns:a16="http://schemas.microsoft.com/office/drawing/2014/main" id="{8C3142FB-34CD-F026-2351-1AE6397A93F2}"/>
              </a:ext>
            </a:extLst>
          </p:cNvPr>
          <p:cNvSpPr txBox="1"/>
          <p:nvPr/>
        </p:nvSpPr>
        <p:spPr>
          <a:xfrm>
            <a:off x="6737180" y="5148000"/>
            <a:ext cx="1898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ethanol</a:t>
            </a:r>
          </a:p>
          <a:p>
            <a:pPr algn="ctr"/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2 C, 6 H, 1O</a:t>
            </a:r>
          </a:p>
        </p:txBody>
      </p:sp>
      <p:sp>
        <p:nvSpPr>
          <p:cNvPr id="32" name="CuadroTexto 30">
            <a:extLst>
              <a:ext uri="{FF2B5EF4-FFF2-40B4-BE49-F238E27FC236}">
                <a16:creationId xmlns:a16="http://schemas.microsoft.com/office/drawing/2014/main" id="{10E629AD-4801-4E74-4A1B-1379889BC557}"/>
              </a:ext>
            </a:extLst>
          </p:cNvPr>
          <p:cNvSpPr txBox="1"/>
          <p:nvPr/>
        </p:nvSpPr>
        <p:spPr>
          <a:xfrm>
            <a:off x="8846924" y="5148000"/>
            <a:ext cx="1553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ethylene</a:t>
            </a:r>
          </a:p>
          <a:p>
            <a:pPr algn="ctr"/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2 C, 4 H</a:t>
            </a:r>
          </a:p>
        </p:txBody>
      </p:sp>
      <p:sp>
        <p:nvSpPr>
          <p:cNvPr id="33" name="CuadroTexto 4">
            <a:extLst>
              <a:ext uri="{FF2B5EF4-FFF2-40B4-BE49-F238E27FC236}">
                <a16:creationId xmlns:a16="http://schemas.microsoft.com/office/drawing/2014/main" id="{11662D0D-09B8-2102-E0EE-07C204BDD281}"/>
              </a:ext>
            </a:extLst>
          </p:cNvPr>
          <p:cNvSpPr txBox="1"/>
          <p:nvPr/>
        </p:nvSpPr>
        <p:spPr>
          <a:xfrm>
            <a:off x="42513" y="5148000"/>
            <a:ext cx="15744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methane</a:t>
            </a:r>
          </a:p>
          <a:p>
            <a:pPr algn="ctr"/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1 C, 4 H</a:t>
            </a:r>
          </a:p>
        </p:txBody>
      </p:sp>
      <p:sp>
        <p:nvSpPr>
          <p:cNvPr id="34" name="CuadroTexto 4">
            <a:extLst>
              <a:ext uri="{FF2B5EF4-FFF2-40B4-BE49-F238E27FC236}">
                <a16:creationId xmlns:a16="http://schemas.microsoft.com/office/drawing/2014/main" id="{81D6DD4B-CE40-B25E-434A-CD75C974D73B}"/>
              </a:ext>
            </a:extLst>
          </p:cNvPr>
          <p:cNvSpPr txBox="1"/>
          <p:nvPr/>
        </p:nvSpPr>
        <p:spPr>
          <a:xfrm>
            <a:off x="12619" y="6387944"/>
            <a:ext cx="10599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Bonus: </a:t>
            </a:r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+10 for the team with least carbon atoms left on the table;</a:t>
            </a:r>
          </a:p>
          <a:p>
            <a:r>
              <a:rPr lang="en-US" sz="2400" dirty="0">
                <a:latin typeface="Biome Light" panose="020B0303030204020804" pitchFamily="34" charset="0"/>
                <a:cs typeface="Biome Light" panose="020B0303030204020804" pitchFamily="34" charset="0"/>
              </a:rPr>
              <a:t>                +5 for the team with least hydrogen atoms left on the table.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93C831D-9ABC-1C2E-806F-A59D700BD69D}"/>
              </a:ext>
            </a:extLst>
          </p:cNvPr>
          <p:cNvSpPr/>
          <p:nvPr/>
        </p:nvSpPr>
        <p:spPr>
          <a:xfrm>
            <a:off x="103073" y="3100572"/>
            <a:ext cx="1627089" cy="312121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3C7B4FC-AA73-65EA-9D35-91D560E38C8E}"/>
              </a:ext>
            </a:extLst>
          </p:cNvPr>
          <p:cNvSpPr/>
          <p:nvPr/>
        </p:nvSpPr>
        <p:spPr>
          <a:xfrm>
            <a:off x="1867181" y="3100572"/>
            <a:ext cx="1917274" cy="312121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503D501-2997-2A3E-7AEF-1D3857A6427B}"/>
              </a:ext>
            </a:extLst>
          </p:cNvPr>
          <p:cNvSpPr/>
          <p:nvPr/>
        </p:nvSpPr>
        <p:spPr>
          <a:xfrm>
            <a:off x="3896901" y="3103309"/>
            <a:ext cx="2756329" cy="312121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DE6E4EB-1EED-49AA-4DDA-E5B893A7859E}"/>
              </a:ext>
            </a:extLst>
          </p:cNvPr>
          <p:cNvSpPr/>
          <p:nvPr/>
        </p:nvSpPr>
        <p:spPr>
          <a:xfrm>
            <a:off x="6747831" y="3105892"/>
            <a:ext cx="1872324" cy="312121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386455E-B1F7-8C04-D00C-0FD62446312C}"/>
              </a:ext>
            </a:extLst>
          </p:cNvPr>
          <p:cNvSpPr/>
          <p:nvPr/>
        </p:nvSpPr>
        <p:spPr>
          <a:xfrm>
            <a:off x="8745689" y="3101541"/>
            <a:ext cx="1777697" cy="312121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9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106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Biome</vt:lpstr>
      <vt:lpstr>Biome Light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Dattila  Federico</dc:creator>
  <cp:lastModifiedBy>Federico  Dattila</cp:lastModifiedBy>
  <cp:revision>6</cp:revision>
  <dcterms:created xsi:type="dcterms:W3CDTF">2022-11-13T09:14:59Z</dcterms:created>
  <dcterms:modified xsi:type="dcterms:W3CDTF">2025-12-11T13:35:09Z</dcterms:modified>
</cp:coreProperties>
</file>